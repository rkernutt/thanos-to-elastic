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96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44" r:id="rId3"/>
    <p:sldMasterId id="2147483745" r:id="rId4"/>
    <p:sldMasterId id="2147483746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6858000" cx="12192000"/>
  <p:notesSz cx="6858000" cy="12192000"/>
  <p:embeddedFontLst>
    <p:embeddedFont>
      <p:font typeface="Inter"/>
      <p:regular r:id="rId13"/>
      <p:bold r:id="rId14"/>
      <p:italic r:id="rId15"/>
      <p:boldItalic r:id="rId16"/>
    </p:embeddedFont>
    <p:embeddedFont>
      <p:font typeface="Inter ExtraBold"/>
      <p:bold r:id="rId17"/>
      <p:boldItalic r:id="rId18"/>
    </p:embeddedFont>
    <p:embeddedFont>
      <p:font typeface="Inter Black"/>
      <p:bold r:id="rId19"/>
      <p:boldItalic r:id="rId20"/>
    </p:embeddedFont>
    <p:embeddedFont>
      <p:font typeface="Open Sans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3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20" Type="http://schemas.openxmlformats.org/officeDocument/2006/relationships/font" Target="fonts/InterBlack-boldItalic.fntdata"/><Relationship Id="rId22" Type="http://schemas.openxmlformats.org/officeDocument/2006/relationships/font" Target="fonts/OpenSans-bold.fntdata"/><Relationship Id="rId21" Type="http://schemas.openxmlformats.org/officeDocument/2006/relationships/font" Target="fonts/OpenSans-regular.fntdata"/><Relationship Id="rId24" Type="http://schemas.openxmlformats.org/officeDocument/2006/relationships/font" Target="fonts/OpenSans-boldItalic.fntdata"/><Relationship Id="rId23" Type="http://schemas.openxmlformats.org/officeDocument/2006/relationships/font" Target="fonts/OpenSans-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font" Target="fonts/Inter-regular.fntdata"/><Relationship Id="rId12" Type="http://schemas.openxmlformats.org/officeDocument/2006/relationships/slide" Target="slides/slide6.xml"/><Relationship Id="rId15" Type="http://schemas.openxmlformats.org/officeDocument/2006/relationships/font" Target="fonts/Inter-italic.fntdata"/><Relationship Id="rId14" Type="http://schemas.openxmlformats.org/officeDocument/2006/relationships/font" Target="fonts/Inter-bold.fntdata"/><Relationship Id="rId17" Type="http://schemas.openxmlformats.org/officeDocument/2006/relationships/font" Target="fonts/InterExtraBold-bold.fntdata"/><Relationship Id="rId16" Type="http://schemas.openxmlformats.org/officeDocument/2006/relationships/font" Target="fonts/Inter-boldItalic.fntdata"/><Relationship Id="rId19" Type="http://schemas.openxmlformats.org/officeDocument/2006/relationships/font" Target="fonts/InterBlack-bold.fntdata"/><Relationship Id="rId18" Type="http://schemas.openxmlformats.org/officeDocument/2006/relationships/font" Target="fonts/InterExtraBold-bold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f5e9efabb4_0_233:notes"/>
          <p:cNvSpPr/>
          <p:nvPr>
            <p:ph idx="2" type="sldImg"/>
          </p:nvPr>
        </p:nvSpPr>
        <p:spPr>
          <a:xfrm>
            <a:off x="381300" y="914400"/>
            <a:ext cx="6096000" cy="4572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3f5e9efabb4_0_233:notes"/>
          <p:cNvSpPr txBox="1"/>
          <p:nvPr>
            <p:ph idx="1" type="body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g3fa5ccb5c2b_0_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4" name="Google Shape;444;g3fa5ccb5c2b_0_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Current state: Prometheus scrapes, Thanos provides HA + long-term retention in S3. Grafana queries two backends. The 12 months of history is the anchor keeping Thanos alive.</a:t>
            </a:r>
            <a:endParaRPr/>
          </a:p>
        </p:txBody>
      </p:sp>
      <p:sp>
        <p:nvSpPr>
          <p:cNvPr id="445" name="Google Shape;445;g3fa5ccb5c2b_0_1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3fa5ccb5c2b_0_5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9" name="Google Shape;489;g3fa5ccb5c2b_0_5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Order matters: live shipping starts first so the retention clock starts and history butts up against it. Backfill reads TSDB blocks directly from object storage — no load on Thanos. Each month is verified with an automated parity gate (same PromQL to both systems) before the next is loaded.</a:t>
            </a:r>
            <a:endParaRPr/>
          </a:p>
        </p:txBody>
      </p:sp>
      <p:sp>
        <p:nvSpPr>
          <p:cNvPr id="490" name="Google Shape;490;g3fa5ccb5c2b_0_5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4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3fa5ccb5c2b_0_18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6" name="Google Shape;536;g3fa5ccb5c2b_0_18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What goes in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promtool tsdb dump (or thanos-kit dump) emits one text line per sample, exactly as stored in the blocks: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That's the full series identity (the label set), a value, and a millisecond timestamp.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What comes out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One Elasticsearch document, shaped to match what the native remote_write integration writes for live data — so history and live data are indistinguishable: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Why "labels → dimensions" is the important phrase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In a TSDS, a dimension is a field that defines which time series a sample belongs to. Elasticsearch hashes all dimension values into a _tsid — the series identity — and that identity drives three things: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Storage — samples are sorted and compressed by series, which is what makes metrics cheap to store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Query correctness — rate() and PromQL grouping (by (instance)) operate per series, so series identity must survive the migration exactly, or rates get computed across the wrong sample streams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Deduplication — the document _id is derived from _tsid + timestamp, which is where the "idempotent, re-runnable" property on the slide comes from: resending a sample can't duplicate it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Prometheus labels map one-to-one onto dimensions (the built-in template marks everything under labels.* as a dimension), so a Prometheus series is an Elasticsearch series. That's the whole trick.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The four specific things the transform does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__name__ is kept as a dimension, and the value moves under metrics.&lt;name&gt;. Keeping __name__ in the label set is critical, and we proved it the hard way: without it, two different metrics that share a label set (which every exporter produces — all node_exporter metrics for one host share job+instance) hash to the same _tsid, collide at the same timestamp, and the second one is silently discarded. Our first real-data test load lost 50% of samples exactly this way. With __name__ as a dimension, every metric is its own series — which is also precisely how Elastic's native remote_write does it.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Thanos replica labels are dropped (prometheus_replica, replica). Thanos runs HA Prometheus pairs and tags each replica's samples with these labels, then dedupes at query time. If we migrated them, every series would arrive twice with different identities — doubled storage and doubled series in every query. Dropping the label merges the replicas into one series, and the _tsid+timestamp dedup then absorbs the duplicate samples for free during the load.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Staleness markers and non-finite values are skipped. Prometheus stores special NaN samples to mark series going stale; they're storage bookkeeping, not data, and Elasticsearch doesn't want them. The transform counts what it skips and refuses to silently drop anything it can't parse — it exits non-zero, which is how we caught that native histograms need separate handling.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Samples are clipped to the time window being migrated (--min-time/--max-time), because TSDB blocks straddle month boundaries — without clipping you'd double-load the overlap when processing adjacent windows (harmless thanks to dedup, but wasted work).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What the transform deliberately does not do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Counter-vs-gauge typing. That's handled by the built-in metrics-*.prometheus-* index template purely by naming convention — *_total, *_sum, *_count, *_bucket become counters, everything else a gauge. The transform stays dumb and fast because of it: ~100 lines of dependency-free Python doing text-to-JSON at ~128k samples/s per process, parallelised per block.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/>
              <a:t>If it helps for the customer conversation, the one-sentence version: "we translate each Prometheus sample into the exact document Elastic's own remote_write would have written, so your series identities — and therefore your PromQL results — are preserved bit-for-bit." And the parity numbers on the right of that slide are the proof that the translation is faithful.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g3fa5ccb5c2b_0_18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fa5ccb5c2b_0_10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8" name="Google Shape;548;g3fa5ccb5c2b_0_10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End state: single platform, single bill, single query surface. The S3 bucket stays for 6-12 months as a near-zero-cost rollback artifact, then gets deleted. Year-over-year PromQL works across the migrated history.</a:t>
            </a:r>
            <a:endParaRPr/>
          </a:p>
        </p:txBody>
      </p:sp>
      <p:sp>
        <p:nvSpPr>
          <p:cNvPr id="549" name="Google Shape;549;g3fa5ccb5c2b_0_10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g3fa5ccb5c2b_0_14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3" name="Google Shape;593;g3fa5ccb5c2b_0_14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Numbers come from the migration kit's test evidence: PromQL parity harness (identical queries against real Prometheus and migrated Elastic data), full idempotency replays, and a calibrated throughput benchmark. Next step 1 is zero-risk: a read-only inventory command.</a:t>
            </a:r>
            <a:endParaRPr/>
          </a:p>
        </p:txBody>
      </p:sp>
      <p:sp>
        <p:nvSpPr>
          <p:cNvPr id="594" name="Google Shape;594;g3fa5ccb5c2b_0_14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Relationship Id="rId3" Type="http://schemas.openxmlformats.org/officeDocument/2006/relationships/image" Target="../media/image5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7.png"/><Relationship Id="rId3" Type="http://schemas.openxmlformats.org/officeDocument/2006/relationships/image" Target="../media/image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0.png"/><Relationship Id="rId3" Type="http://schemas.openxmlformats.org/officeDocument/2006/relationships/image" Target="../media/image5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5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Relationship Id="rId3" Type="http://schemas.openxmlformats.org/officeDocument/2006/relationships/image" Target="../media/image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1.png"/><Relationship Id="rId3" Type="http://schemas.openxmlformats.org/officeDocument/2006/relationships/image" Target="../media/image5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7.png"/><Relationship Id="rId3" Type="http://schemas.openxmlformats.org/officeDocument/2006/relationships/image" Target="../media/image5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0.png"/><Relationship Id="rId3" Type="http://schemas.openxmlformats.org/officeDocument/2006/relationships/image" Target="../media/image5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2.png"/><Relationship Id="rId3" Type="http://schemas.openxmlformats.org/officeDocument/2006/relationships/image" Target="../media/image5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5.png"/><Relationship Id="rId3" Type="http://schemas.openxmlformats.org/officeDocument/2006/relationships/image" Target="../media/image4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3.png"/><Relationship Id="rId3" Type="http://schemas.openxmlformats.org/officeDocument/2006/relationships/image" Target="../media/image4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0.png"/><Relationship Id="rId3" Type="http://schemas.openxmlformats.org/officeDocument/2006/relationships/image" Target="../media/image18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Relationship Id="rId3" Type="http://schemas.openxmlformats.org/officeDocument/2006/relationships/image" Target="../media/image7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9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24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5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9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9.pn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d6f5c85061_17_0)">
  <p:cSld name="Generated (g3d6f5c85061_17_0)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2">
    <p:bg>
      <p:bgPr>
        <a:solidFill>
          <a:schemeClr val="accent2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19333" y="5576799"/>
            <a:ext cx="3309767" cy="640833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5"/>
          <p:cNvSpPr txBox="1"/>
          <p:nvPr>
            <p:ph type="title"/>
          </p:nvPr>
        </p:nvSpPr>
        <p:spPr>
          <a:xfrm>
            <a:off x="830400" y="1049733"/>
            <a:ext cx="7864500" cy="15219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Inter ExtraBold"/>
              <a:buNone/>
              <a:defRPr sz="4400"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8" name="Google Shape;18;p5"/>
          <p:cNvSpPr txBox="1"/>
          <p:nvPr>
            <p:ph idx="1" type="subTitle"/>
          </p:nvPr>
        </p:nvSpPr>
        <p:spPr>
          <a:xfrm>
            <a:off x="830400" y="2571733"/>
            <a:ext cx="5913900" cy="13557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pic>
        <p:nvPicPr>
          <p:cNvPr id="19" name="Google Shape;19;p5"/>
          <p:cNvPicPr preferRelativeResize="0"/>
          <p:nvPr/>
        </p:nvPicPr>
        <p:blipFill rotWithShape="1">
          <a:blip r:embed="rId3">
            <a:alphaModFix/>
          </a:blip>
          <a:srcRect b="17535" l="0" r="38819" t="-4901"/>
          <a:stretch/>
        </p:blipFill>
        <p:spPr>
          <a:xfrm>
            <a:off x="8067915" y="1049733"/>
            <a:ext cx="4124083" cy="58082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>
  <p:cSld name="TITLE_1">
    <p:bg>
      <p:bgPr>
        <a:solidFill>
          <a:schemeClr val="accent2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19333" y="5576799"/>
            <a:ext cx="3309767" cy="640833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6"/>
          <p:cNvSpPr txBox="1"/>
          <p:nvPr>
            <p:ph type="title"/>
          </p:nvPr>
        </p:nvSpPr>
        <p:spPr>
          <a:xfrm>
            <a:off x="830400" y="1049733"/>
            <a:ext cx="7864500" cy="15219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Inter ExtraBold"/>
              <a:buNone/>
              <a:defRPr sz="4400"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3" name="Google Shape;23;p6"/>
          <p:cNvSpPr txBox="1"/>
          <p:nvPr>
            <p:ph idx="1" type="subTitle"/>
          </p:nvPr>
        </p:nvSpPr>
        <p:spPr>
          <a:xfrm>
            <a:off x="830400" y="2571733"/>
            <a:ext cx="5913900" cy="13557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pic>
        <p:nvPicPr>
          <p:cNvPr id="24" name="Google Shape;24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09200" y="1581500"/>
            <a:ext cx="4982801" cy="52765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ody - content">
  <p:cSld name="CUSTOM_11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/>
          <p:nvPr>
            <p:ph idx="1" type="body"/>
          </p:nvPr>
        </p:nvSpPr>
        <p:spPr>
          <a:xfrm>
            <a:off x="609600" y="2492400"/>
            <a:ext cx="11360700" cy="3599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600"/>
              <a:buFont typeface="Inter"/>
              <a:buChar char="●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3302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600"/>
              <a:buFont typeface="Inter"/>
              <a:buChar char="○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302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600"/>
              <a:buFont typeface="Inter"/>
              <a:buChar char="■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302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600"/>
              <a:buFont typeface="Inter"/>
              <a:buChar char="●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302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600"/>
              <a:buFont typeface="Inter"/>
              <a:buChar char="○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302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600"/>
              <a:buFont typeface="Inter"/>
              <a:buChar char="■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302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600"/>
              <a:buFont typeface="Inter"/>
              <a:buChar char="●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302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600"/>
              <a:buFont typeface="Inter"/>
              <a:buChar char="○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302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600"/>
              <a:buFont typeface="Inter"/>
              <a:buChar char="■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29" name="Google Shape;29;p8"/>
          <p:cNvSpPr txBox="1"/>
          <p:nvPr>
            <p:ph idx="2" type="subTitle"/>
          </p:nvPr>
        </p:nvSpPr>
        <p:spPr>
          <a:xfrm>
            <a:off x="609600" y="1472433"/>
            <a:ext cx="10275900" cy="8244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 sz="1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0" name="Google Shape;30;p8"/>
          <p:cNvSpPr txBox="1"/>
          <p:nvPr>
            <p:ph type="title"/>
          </p:nvPr>
        </p:nvSpPr>
        <p:spPr>
          <a:xfrm>
            <a:off x="609600" y="1044900"/>
            <a:ext cx="57519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pic>
        <p:nvPicPr>
          <p:cNvPr id="31" name="Google Shape;31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 option 1">
  <p:cSld name="CUSTOM_10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"/>
          <p:cNvSpPr txBox="1"/>
          <p:nvPr/>
        </p:nvSpPr>
        <p:spPr>
          <a:xfrm>
            <a:off x="621433" y="477167"/>
            <a:ext cx="93804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/>
              <a:t>Agenda</a:t>
            </a:r>
            <a:endParaRPr sz="1900"/>
          </a:p>
        </p:txBody>
      </p:sp>
      <p:sp>
        <p:nvSpPr>
          <p:cNvPr id="34" name="Google Shape;34;p9"/>
          <p:cNvSpPr txBox="1"/>
          <p:nvPr/>
        </p:nvSpPr>
        <p:spPr>
          <a:xfrm>
            <a:off x="5589788" y="3000767"/>
            <a:ext cx="59373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latin typeface="Inter"/>
                <a:ea typeface="Inter"/>
                <a:cs typeface="Inter"/>
                <a:sym typeface="Inter"/>
              </a:rPr>
              <a:t>Section title</a:t>
            </a:r>
            <a:endParaRPr sz="240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5" name="Google Shape;35;p9"/>
          <p:cNvSpPr txBox="1"/>
          <p:nvPr/>
        </p:nvSpPr>
        <p:spPr>
          <a:xfrm>
            <a:off x="621433" y="3000767"/>
            <a:ext cx="7047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900">
                <a:latin typeface="Inter"/>
                <a:ea typeface="Inter"/>
                <a:cs typeface="Inter"/>
                <a:sym typeface="Inter"/>
              </a:rPr>
              <a:t>01</a:t>
            </a:r>
            <a:endParaRPr i="1" sz="190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6" name="Google Shape;36;p9"/>
          <p:cNvSpPr txBox="1"/>
          <p:nvPr/>
        </p:nvSpPr>
        <p:spPr>
          <a:xfrm>
            <a:off x="5589788" y="3618400"/>
            <a:ext cx="59373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latin typeface="Inter"/>
                <a:ea typeface="Inter"/>
                <a:cs typeface="Inter"/>
                <a:sym typeface="Inter"/>
              </a:rPr>
              <a:t>Section title</a:t>
            </a:r>
            <a:endParaRPr sz="240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" name="Google Shape;37;p9"/>
          <p:cNvSpPr txBox="1"/>
          <p:nvPr/>
        </p:nvSpPr>
        <p:spPr>
          <a:xfrm>
            <a:off x="621433" y="3618383"/>
            <a:ext cx="7047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900">
                <a:latin typeface="Inter"/>
                <a:ea typeface="Inter"/>
                <a:cs typeface="Inter"/>
                <a:sym typeface="Inter"/>
              </a:rPr>
              <a:t>02</a:t>
            </a:r>
            <a:endParaRPr i="1" sz="190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" name="Google Shape;38;p9"/>
          <p:cNvSpPr txBox="1"/>
          <p:nvPr/>
        </p:nvSpPr>
        <p:spPr>
          <a:xfrm>
            <a:off x="5589788" y="4259433"/>
            <a:ext cx="59373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latin typeface="Inter"/>
                <a:ea typeface="Inter"/>
                <a:cs typeface="Inter"/>
                <a:sym typeface="Inter"/>
              </a:rPr>
              <a:t>Section title</a:t>
            </a:r>
            <a:endParaRPr sz="240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" name="Google Shape;39;p9"/>
          <p:cNvSpPr txBox="1"/>
          <p:nvPr/>
        </p:nvSpPr>
        <p:spPr>
          <a:xfrm>
            <a:off x="621433" y="4259433"/>
            <a:ext cx="7047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900">
                <a:latin typeface="Inter"/>
                <a:ea typeface="Inter"/>
                <a:cs typeface="Inter"/>
                <a:sym typeface="Inter"/>
              </a:rPr>
              <a:t>03</a:t>
            </a:r>
            <a:endParaRPr i="1" sz="190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" name="Google Shape;40;p9"/>
          <p:cNvSpPr txBox="1"/>
          <p:nvPr/>
        </p:nvSpPr>
        <p:spPr>
          <a:xfrm>
            <a:off x="5589788" y="4900467"/>
            <a:ext cx="59373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latin typeface="Inter"/>
                <a:ea typeface="Inter"/>
                <a:cs typeface="Inter"/>
                <a:sym typeface="Inter"/>
              </a:rPr>
              <a:t>Section title</a:t>
            </a:r>
            <a:endParaRPr sz="240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1" name="Google Shape;41;p9"/>
          <p:cNvSpPr txBox="1"/>
          <p:nvPr/>
        </p:nvSpPr>
        <p:spPr>
          <a:xfrm>
            <a:off x="621433" y="4900467"/>
            <a:ext cx="7047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900">
                <a:latin typeface="Inter"/>
                <a:ea typeface="Inter"/>
                <a:cs typeface="Inter"/>
                <a:sym typeface="Inter"/>
              </a:rPr>
              <a:t>04</a:t>
            </a:r>
            <a:endParaRPr i="1" sz="1900"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42" name="Google Shape;42;p9"/>
          <p:cNvCxnSpPr/>
          <p:nvPr/>
        </p:nvCxnSpPr>
        <p:spPr>
          <a:xfrm>
            <a:off x="640633" y="3618400"/>
            <a:ext cx="10938300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3" name="Google Shape;43;p9"/>
          <p:cNvCxnSpPr/>
          <p:nvPr/>
        </p:nvCxnSpPr>
        <p:spPr>
          <a:xfrm>
            <a:off x="640633" y="4248733"/>
            <a:ext cx="10938300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4" name="Google Shape;44;p9"/>
          <p:cNvCxnSpPr/>
          <p:nvPr/>
        </p:nvCxnSpPr>
        <p:spPr>
          <a:xfrm>
            <a:off x="640633" y="4889833"/>
            <a:ext cx="10938300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5" name="Google Shape;45;p9"/>
          <p:cNvSpPr txBox="1"/>
          <p:nvPr/>
        </p:nvSpPr>
        <p:spPr>
          <a:xfrm>
            <a:off x="5589788" y="5566767"/>
            <a:ext cx="59373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latin typeface="Inter"/>
                <a:ea typeface="Inter"/>
                <a:cs typeface="Inter"/>
                <a:sym typeface="Inter"/>
              </a:rPr>
              <a:t>Section title</a:t>
            </a:r>
            <a:endParaRPr sz="240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6" name="Google Shape;46;p9"/>
          <p:cNvSpPr txBox="1"/>
          <p:nvPr/>
        </p:nvSpPr>
        <p:spPr>
          <a:xfrm>
            <a:off x="621433" y="5566767"/>
            <a:ext cx="7047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900">
                <a:latin typeface="Inter"/>
                <a:ea typeface="Inter"/>
                <a:cs typeface="Inter"/>
                <a:sym typeface="Inter"/>
              </a:rPr>
              <a:t>05</a:t>
            </a:r>
            <a:endParaRPr i="1" sz="1900"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47" name="Google Shape;47;p9"/>
          <p:cNvCxnSpPr/>
          <p:nvPr/>
        </p:nvCxnSpPr>
        <p:spPr>
          <a:xfrm>
            <a:off x="640633" y="5556067"/>
            <a:ext cx="10938300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ody - left aligned">
  <p:cSld name="BLANK_4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0"/>
          <p:cNvSpPr txBox="1"/>
          <p:nvPr>
            <p:ph type="title"/>
          </p:nvPr>
        </p:nvSpPr>
        <p:spPr>
          <a:xfrm>
            <a:off x="610567" y="477167"/>
            <a:ext cx="93804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51" name="Google Shape;51;p10"/>
          <p:cNvSpPr txBox="1"/>
          <p:nvPr>
            <p:ph idx="1" type="subTitle"/>
          </p:nvPr>
        </p:nvSpPr>
        <p:spPr>
          <a:xfrm>
            <a:off x="610567" y="1022067"/>
            <a:ext cx="4017600" cy="17997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 sz="1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ody - left aligned 1">
  <p:cSld name="BLANK_4_2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1"/>
          <p:cNvSpPr txBox="1"/>
          <p:nvPr>
            <p:ph type="title"/>
          </p:nvPr>
        </p:nvSpPr>
        <p:spPr>
          <a:xfrm>
            <a:off x="610567" y="477167"/>
            <a:ext cx="93804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55" name="Google Shape;55;p11"/>
          <p:cNvSpPr txBox="1"/>
          <p:nvPr>
            <p:ph idx="1" type="subTitle"/>
          </p:nvPr>
        </p:nvSpPr>
        <p:spPr>
          <a:xfrm>
            <a:off x="610567" y="1022067"/>
            <a:ext cx="96324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 sz="1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56" name="Google Shape;56;p11"/>
          <p:cNvSpPr txBox="1"/>
          <p:nvPr>
            <p:ph idx="2" type="body"/>
          </p:nvPr>
        </p:nvSpPr>
        <p:spPr>
          <a:xfrm>
            <a:off x="609600" y="1629200"/>
            <a:ext cx="11176500" cy="35997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Inter"/>
              <a:buChar char="●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3302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Inter"/>
              <a:buChar char="○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302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Inter"/>
              <a:buChar char="■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302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Inter"/>
              <a:buChar char="●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302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Inter"/>
              <a:buChar char="○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302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Inter"/>
              <a:buChar char="■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302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Inter"/>
              <a:buChar char="●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302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Inter"/>
              <a:buChar char="○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302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Inter"/>
              <a:buChar char="■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ody - center">
  <p:cSld name="BLANK_4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1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12"/>
          <p:cNvSpPr txBox="1"/>
          <p:nvPr>
            <p:ph type="title"/>
          </p:nvPr>
        </p:nvSpPr>
        <p:spPr>
          <a:xfrm>
            <a:off x="1405800" y="477167"/>
            <a:ext cx="93804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60" name="Google Shape;60;p12"/>
          <p:cNvSpPr txBox="1"/>
          <p:nvPr>
            <p:ph idx="1" type="subTitle"/>
          </p:nvPr>
        </p:nvSpPr>
        <p:spPr>
          <a:xfrm>
            <a:off x="1405800" y="1022067"/>
            <a:ext cx="9380400" cy="6996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 sz="1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cons">
  <p:cSld name="BLANK_3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3"/>
          <p:cNvSpPr/>
          <p:nvPr/>
        </p:nvSpPr>
        <p:spPr>
          <a:xfrm>
            <a:off x="-14933" y="-14933"/>
            <a:ext cx="4183500" cy="6872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64" name="Google Shape;64;p13"/>
          <p:cNvSpPr txBox="1"/>
          <p:nvPr>
            <p:ph type="title"/>
          </p:nvPr>
        </p:nvSpPr>
        <p:spPr>
          <a:xfrm>
            <a:off x="621433" y="476233"/>
            <a:ext cx="32847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65" name="Google Shape;65;p13"/>
          <p:cNvSpPr txBox="1"/>
          <p:nvPr>
            <p:ph idx="1" type="subTitle"/>
          </p:nvPr>
        </p:nvSpPr>
        <p:spPr>
          <a:xfrm>
            <a:off x="659433" y="1660733"/>
            <a:ext cx="3246900" cy="40908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None/>
              <a:defRPr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  <p:sp>
        <p:nvSpPr>
          <p:cNvPr id="66" name="Google Shape;66;p13"/>
          <p:cNvSpPr txBox="1"/>
          <p:nvPr>
            <p:ph idx="2" type="subTitle"/>
          </p:nvPr>
        </p:nvSpPr>
        <p:spPr>
          <a:xfrm>
            <a:off x="6301167" y="824233"/>
            <a:ext cx="4078800" cy="801900"/>
          </a:xfrm>
          <a:prstGeom prst="rect">
            <a:avLst/>
          </a:prstGeom>
        </p:spPr>
        <p:txBody>
          <a:bodyPr anchorCtr="0" anchor="ctr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Inter"/>
              <a:buNone/>
              <a:defRPr sz="16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67" name="Google Shape;67;p13"/>
          <p:cNvSpPr txBox="1"/>
          <p:nvPr>
            <p:ph idx="3" type="subTitle"/>
          </p:nvPr>
        </p:nvSpPr>
        <p:spPr>
          <a:xfrm>
            <a:off x="6301167" y="2293400"/>
            <a:ext cx="4078800" cy="801900"/>
          </a:xfrm>
          <a:prstGeom prst="rect">
            <a:avLst/>
          </a:prstGeom>
        </p:spPr>
        <p:txBody>
          <a:bodyPr anchorCtr="0" anchor="ctr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Inter"/>
              <a:buNone/>
              <a:defRPr sz="16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68" name="Google Shape;68;p13"/>
          <p:cNvSpPr txBox="1"/>
          <p:nvPr>
            <p:ph idx="4" type="subTitle"/>
          </p:nvPr>
        </p:nvSpPr>
        <p:spPr>
          <a:xfrm>
            <a:off x="6301167" y="3762567"/>
            <a:ext cx="4078800" cy="801900"/>
          </a:xfrm>
          <a:prstGeom prst="rect">
            <a:avLst/>
          </a:prstGeom>
        </p:spPr>
        <p:txBody>
          <a:bodyPr anchorCtr="0" anchor="ctr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Inter"/>
              <a:buNone/>
              <a:defRPr sz="16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69" name="Google Shape;69;p13"/>
          <p:cNvSpPr txBox="1"/>
          <p:nvPr>
            <p:ph idx="5" type="subTitle"/>
          </p:nvPr>
        </p:nvSpPr>
        <p:spPr>
          <a:xfrm>
            <a:off x="6301167" y="5231733"/>
            <a:ext cx="4078800" cy="801900"/>
          </a:xfrm>
          <a:prstGeom prst="rect">
            <a:avLst/>
          </a:prstGeom>
        </p:spPr>
        <p:txBody>
          <a:bodyPr anchorCtr="0" anchor="ctr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Inter"/>
              <a:buNone/>
              <a:defRPr sz="16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llustration">
  <p:cSld name="BLANK_2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4"/>
          <p:cNvSpPr txBox="1"/>
          <p:nvPr>
            <p:ph idx="1" type="subTitle"/>
          </p:nvPr>
        </p:nvSpPr>
        <p:spPr>
          <a:xfrm>
            <a:off x="628467" y="929600"/>
            <a:ext cx="7292700" cy="12309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 sz="1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3" name="Google Shape;73;p14"/>
          <p:cNvSpPr txBox="1"/>
          <p:nvPr>
            <p:ph idx="2" type="subTitle"/>
          </p:nvPr>
        </p:nvSpPr>
        <p:spPr>
          <a:xfrm>
            <a:off x="628467" y="2619433"/>
            <a:ext cx="2421900" cy="348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4" name="Google Shape;74;p14"/>
          <p:cNvSpPr txBox="1"/>
          <p:nvPr>
            <p:ph idx="3" type="subTitle"/>
          </p:nvPr>
        </p:nvSpPr>
        <p:spPr>
          <a:xfrm>
            <a:off x="3570900" y="2619433"/>
            <a:ext cx="2421900" cy="348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580">
          <p15:clr>
            <a:srgbClr val="E46962"/>
          </p15:clr>
        </p15:guide>
        <p15:guide id="2" orient="horz" pos="1650">
          <p15:clr>
            <a:srgbClr val="E46962"/>
          </p15:clr>
        </p15:guide>
        <p15:guide id="3" pos="391">
          <p15:clr>
            <a:srgbClr val="E46962"/>
          </p15:clr>
        </p15:guide>
        <p15:guide id="4" pos="2249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ll bleed photo">
  <p:cSld name="CUSTOM_4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/>
          <p:nvPr>
            <p:ph type="title"/>
          </p:nvPr>
        </p:nvSpPr>
        <p:spPr>
          <a:xfrm>
            <a:off x="609600" y="1044900"/>
            <a:ext cx="48807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77" name="Google Shape;77;p15"/>
          <p:cNvSpPr txBox="1"/>
          <p:nvPr>
            <p:ph idx="1" type="subTitle"/>
          </p:nvPr>
        </p:nvSpPr>
        <p:spPr>
          <a:xfrm>
            <a:off x="622533" y="1506600"/>
            <a:ext cx="4880700" cy="39969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8" name="Google Shape;78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hoto - right aligned">
  <p:cSld name="CUSTOM_4_1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type="title"/>
          </p:nvPr>
        </p:nvSpPr>
        <p:spPr>
          <a:xfrm>
            <a:off x="609600" y="1044900"/>
            <a:ext cx="48807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81" name="Google Shape;81;p16"/>
          <p:cNvSpPr txBox="1"/>
          <p:nvPr>
            <p:ph idx="1" type="subTitle"/>
          </p:nvPr>
        </p:nvSpPr>
        <p:spPr>
          <a:xfrm>
            <a:off x="622533" y="1506600"/>
            <a:ext cx="4880700" cy="39969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82" name="Google Shape;82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ramed text - photo background">
  <p:cSld name="CUSTOM_4_1_1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7"/>
          <p:cNvSpPr/>
          <p:nvPr/>
        </p:nvSpPr>
        <p:spPr>
          <a:xfrm>
            <a:off x="538833" y="739400"/>
            <a:ext cx="5207100" cy="5379300"/>
          </a:xfrm>
          <a:prstGeom prst="roundRect">
            <a:avLst>
              <a:gd fmla="val 7317" name="adj"/>
            </a:avLst>
          </a:prstGeom>
          <a:solidFill>
            <a:schemeClr val="lt1"/>
          </a:solidFill>
          <a:ln cap="flat" cmpd="sng" w="12700">
            <a:solidFill>
              <a:srgbClr val="101C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86" name="Google Shape;86;p17"/>
          <p:cNvSpPr txBox="1"/>
          <p:nvPr>
            <p:ph type="title"/>
          </p:nvPr>
        </p:nvSpPr>
        <p:spPr>
          <a:xfrm>
            <a:off x="925033" y="1197400"/>
            <a:ext cx="44349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87" name="Google Shape;87;p17"/>
          <p:cNvSpPr txBox="1"/>
          <p:nvPr>
            <p:ph idx="1" type="subTitle"/>
          </p:nvPr>
        </p:nvSpPr>
        <p:spPr>
          <a:xfrm>
            <a:off x="925033" y="1827800"/>
            <a:ext cx="4434900" cy="39969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BLANK_1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8"/>
          <p:cNvSpPr txBox="1"/>
          <p:nvPr>
            <p:ph type="title"/>
          </p:nvPr>
        </p:nvSpPr>
        <p:spPr>
          <a:xfrm>
            <a:off x="621433" y="477167"/>
            <a:ext cx="93804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672">
          <p15:clr>
            <a:srgbClr val="E46962"/>
          </p15:clr>
        </p15:guide>
        <p15:guide id="2" pos="391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Modules">
  <p:cSld name="BLANK_1_1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9"/>
          <p:cNvSpPr txBox="1"/>
          <p:nvPr>
            <p:ph type="title"/>
          </p:nvPr>
        </p:nvSpPr>
        <p:spPr>
          <a:xfrm>
            <a:off x="610567" y="2540933"/>
            <a:ext cx="57885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94" name="Google Shape;94;p19"/>
          <p:cNvSpPr txBox="1"/>
          <p:nvPr>
            <p:ph idx="1" type="subTitle"/>
          </p:nvPr>
        </p:nvSpPr>
        <p:spPr>
          <a:xfrm>
            <a:off x="610567" y="3085833"/>
            <a:ext cx="4017600" cy="17997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 sz="1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672">
          <p15:clr>
            <a:srgbClr val="E46962"/>
          </p15:clr>
        </p15:guide>
        <p15:guide id="2" pos="391">
          <p15:clr>
            <a:srgbClr val="E46962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Blue">
  <p:cSld name="CUSTOM">
    <p:bg>
      <p:bgPr>
        <a:solidFill>
          <a:schemeClr val="accent2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divider - blue A">
  <p:cSld name="CUSTOM_9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21"/>
          <p:cNvSpPr txBox="1"/>
          <p:nvPr>
            <p:ph type="title"/>
          </p:nvPr>
        </p:nvSpPr>
        <p:spPr>
          <a:xfrm>
            <a:off x="1301167" y="2219900"/>
            <a:ext cx="5820000" cy="2418300"/>
          </a:xfrm>
          <a:prstGeom prst="rect">
            <a:avLst/>
          </a:prstGeom>
        </p:spPr>
        <p:txBody>
          <a:bodyPr anchorCtr="0" anchor="ctr" bIns="121900" lIns="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ExtraBold"/>
              <a:buNone/>
              <a:defRPr sz="4500"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divider - blue B">
  <p:cSld name="CUSTOM_9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22"/>
          <p:cNvSpPr txBox="1"/>
          <p:nvPr>
            <p:ph type="title"/>
          </p:nvPr>
        </p:nvSpPr>
        <p:spPr>
          <a:xfrm>
            <a:off x="3070100" y="2219900"/>
            <a:ext cx="5820000" cy="2418300"/>
          </a:xfrm>
          <a:prstGeom prst="rect">
            <a:avLst/>
          </a:prstGeom>
        </p:spPr>
        <p:txBody>
          <a:bodyPr anchorCtr="0" anchor="ctr" bIns="121900" lIns="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ExtraBold"/>
              <a:buNone/>
              <a:defRPr sz="4500"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divider - dev blue A">
  <p:cSld name="CUSTOM_9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3"/>
          <p:cNvSpPr txBox="1"/>
          <p:nvPr>
            <p:ph type="title"/>
          </p:nvPr>
        </p:nvSpPr>
        <p:spPr>
          <a:xfrm>
            <a:off x="3070100" y="2219900"/>
            <a:ext cx="5820000" cy="2418300"/>
          </a:xfrm>
          <a:prstGeom prst="rect">
            <a:avLst/>
          </a:prstGeom>
        </p:spPr>
        <p:txBody>
          <a:bodyPr anchorCtr="0" anchor="ctr" bIns="121900" lIns="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ExtraBold"/>
              <a:buNone/>
              <a:defRPr sz="4500"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divider - dev blue B">
  <p:cSld name="CUSTOM_9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4"/>
          <p:cNvSpPr txBox="1"/>
          <p:nvPr>
            <p:ph type="title"/>
          </p:nvPr>
        </p:nvSpPr>
        <p:spPr>
          <a:xfrm>
            <a:off x="1301167" y="2219900"/>
            <a:ext cx="5820000" cy="2418300"/>
          </a:xfrm>
          <a:prstGeom prst="rect">
            <a:avLst/>
          </a:prstGeom>
        </p:spPr>
        <p:txBody>
          <a:bodyPr anchorCtr="0" anchor="ctr" bIns="121900" lIns="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ExtraBold"/>
              <a:buNone/>
              <a:defRPr sz="4500"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divider - teal A">
  <p:cSld name="CUSTOM_9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5"/>
          <p:cNvSpPr txBox="1"/>
          <p:nvPr>
            <p:ph type="title"/>
          </p:nvPr>
        </p:nvSpPr>
        <p:spPr>
          <a:xfrm>
            <a:off x="3070100" y="2219900"/>
            <a:ext cx="5820000" cy="2418300"/>
          </a:xfrm>
          <a:prstGeom prst="rect">
            <a:avLst/>
          </a:prstGeom>
        </p:spPr>
        <p:txBody>
          <a:bodyPr anchorCtr="0" anchor="ctr" bIns="121900" lIns="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4500"/>
              <a:buFont typeface="Inter ExtraBold"/>
              <a:buNone/>
              <a:defRPr sz="4500">
                <a:solidFill>
                  <a:srgbClr val="1C1E23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9pPr>
          </a:lstStyle>
          <a:p/>
        </p:txBody>
      </p:sp>
      <p:pic>
        <p:nvPicPr>
          <p:cNvPr id="111" name="Google Shape;111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divider - teal B">
  <p:cSld name="CUSTOM_9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26"/>
          <p:cNvSpPr txBox="1"/>
          <p:nvPr>
            <p:ph type="title"/>
          </p:nvPr>
        </p:nvSpPr>
        <p:spPr>
          <a:xfrm>
            <a:off x="1301167" y="2219900"/>
            <a:ext cx="5820000" cy="2418300"/>
          </a:xfrm>
          <a:prstGeom prst="rect">
            <a:avLst/>
          </a:prstGeom>
        </p:spPr>
        <p:txBody>
          <a:bodyPr anchorCtr="0" anchor="ctr" bIns="121900" lIns="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4500"/>
              <a:buFont typeface="Inter ExtraBold"/>
              <a:buNone/>
              <a:defRPr sz="4500">
                <a:solidFill>
                  <a:srgbClr val="1C1E23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eaker square">
  <p:cSld name="CUSTOM_8">
    <p:bg>
      <p:bgPr>
        <a:solidFill>
          <a:schemeClr val="accent2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7"/>
          <p:cNvSpPr/>
          <p:nvPr>
            <p:ph idx="2" type="pic"/>
          </p:nvPr>
        </p:nvSpPr>
        <p:spPr>
          <a:xfrm>
            <a:off x="1360833" y="1229000"/>
            <a:ext cx="4400100" cy="4400100"/>
          </a:xfrm>
          <a:prstGeom prst="roundRect">
            <a:avLst>
              <a:gd fmla="val 8462" name="adj"/>
            </a:avLst>
          </a:prstGeom>
          <a:noFill/>
          <a:ln cap="flat" cmpd="sng" w="25400">
            <a:solidFill>
              <a:srgbClr val="101C3F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27"/>
          <p:cNvSpPr txBox="1"/>
          <p:nvPr>
            <p:ph type="title"/>
          </p:nvPr>
        </p:nvSpPr>
        <p:spPr>
          <a:xfrm>
            <a:off x="6769667" y="2175600"/>
            <a:ext cx="4400100" cy="12807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Inter ExtraBold"/>
              <a:buNone/>
              <a:defRPr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19" name="Google Shape;119;p27"/>
          <p:cNvSpPr txBox="1"/>
          <p:nvPr>
            <p:ph idx="1" type="subTitle"/>
          </p:nvPr>
        </p:nvSpPr>
        <p:spPr>
          <a:xfrm>
            <a:off x="6769667" y="3357200"/>
            <a:ext cx="3964800" cy="13251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3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eaker circle">
  <p:cSld name="CUSTOM_8_1">
    <p:bg>
      <p:bgPr>
        <a:solidFill>
          <a:schemeClr val="accent2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8"/>
          <p:cNvSpPr/>
          <p:nvPr>
            <p:ph idx="2" type="pic"/>
          </p:nvPr>
        </p:nvSpPr>
        <p:spPr>
          <a:xfrm>
            <a:off x="1360833" y="1229000"/>
            <a:ext cx="4400100" cy="4400100"/>
          </a:xfrm>
          <a:prstGeom prst="ellipse">
            <a:avLst/>
          </a:prstGeom>
          <a:noFill/>
          <a:ln cap="flat" cmpd="sng" w="25400">
            <a:solidFill>
              <a:srgbClr val="101C3F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" name="Google Shape;123;p28"/>
          <p:cNvSpPr txBox="1"/>
          <p:nvPr>
            <p:ph type="title"/>
          </p:nvPr>
        </p:nvSpPr>
        <p:spPr>
          <a:xfrm>
            <a:off x="6769667" y="2175600"/>
            <a:ext cx="4400100" cy="12807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Inter ExtraBold"/>
              <a:buNone/>
              <a:defRPr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Font typeface="Inter ExtraBold"/>
              <a:buNone/>
              <a:defRPr>
                <a:latin typeface="Inter ExtraBold"/>
                <a:ea typeface="Inter ExtraBold"/>
                <a:cs typeface="Inter ExtraBold"/>
                <a:sym typeface="Inter Extra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Font typeface="Inter ExtraBold"/>
              <a:buNone/>
              <a:defRPr>
                <a:latin typeface="Inter ExtraBold"/>
                <a:ea typeface="Inter ExtraBold"/>
                <a:cs typeface="Inter ExtraBold"/>
                <a:sym typeface="Inter Extra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Font typeface="Inter ExtraBold"/>
              <a:buNone/>
              <a:defRPr>
                <a:latin typeface="Inter ExtraBold"/>
                <a:ea typeface="Inter ExtraBold"/>
                <a:cs typeface="Inter ExtraBold"/>
                <a:sym typeface="Inter Extra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Font typeface="Inter ExtraBold"/>
              <a:buNone/>
              <a:defRPr>
                <a:latin typeface="Inter ExtraBold"/>
                <a:ea typeface="Inter ExtraBold"/>
                <a:cs typeface="Inter ExtraBold"/>
                <a:sym typeface="Inter Extra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Font typeface="Inter ExtraBold"/>
              <a:buNone/>
              <a:defRPr>
                <a:latin typeface="Inter ExtraBold"/>
                <a:ea typeface="Inter ExtraBold"/>
                <a:cs typeface="Inter ExtraBold"/>
                <a:sym typeface="Inter Extra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Font typeface="Inter ExtraBold"/>
              <a:buNone/>
              <a:defRPr>
                <a:latin typeface="Inter ExtraBold"/>
                <a:ea typeface="Inter ExtraBold"/>
                <a:cs typeface="Inter ExtraBold"/>
                <a:sym typeface="Inter Extra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Font typeface="Inter ExtraBold"/>
              <a:buNone/>
              <a:defRPr>
                <a:latin typeface="Inter ExtraBold"/>
                <a:ea typeface="Inter ExtraBold"/>
                <a:cs typeface="Inter ExtraBold"/>
                <a:sym typeface="Inter Extra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Font typeface="Inter ExtraBold"/>
              <a:buNone/>
              <a:defRPr>
                <a:latin typeface="Inter ExtraBold"/>
                <a:ea typeface="Inter ExtraBold"/>
                <a:cs typeface="Inter ExtraBold"/>
                <a:sym typeface="Inter ExtraBold"/>
              </a:defRPr>
            </a:lvl9pPr>
          </a:lstStyle>
          <a:p/>
        </p:txBody>
      </p:sp>
      <p:sp>
        <p:nvSpPr>
          <p:cNvPr id="124" name="Google Shape;124;p28"/>
          <p:cNvSpPr txBox="1"/>
          <p:nvPr>
            <p:ph idx="1" type="subTitle"/>
          </p:nvPr>
        </p:nvSpPr>
        <p:spPr>
          <a:xfrm>
            <a:off x="6769667" y="3357200"/>
            <a:ext cx="3964800" cy="13251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3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eakers">
  <p:cSld name="CUSTOM_7">
    <p:bg>
      <p:bgPr>
        <a:solidFill>
          <a:schemeClr val="accent2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9"/>
          <p:cNvSpPr/>
          <p:nvPr>
            <p:ph idx="2" type="pic"/>
          </p:nvPr>
        </p:nvSpPr>
        <p:spPr>
          <a:xfrm>
            <a:off x="621433" y="2818667"/>
            <a:ext cx="1681200" cy="1681200"/>
          </a:xfrm>
          <a:prstGeom prst="roundRect">
            <a:avLst>
              <a:gd fmla="val 8264" name="adj"/>
            </a:avLst>
          </a:prstGeom>
          <a:noFill/>
          <a:ln cap="flat" cmpd="sng" w="25400">
            <a:solidFill>
              <a:srgbClr val="101C3F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29"/>
          <p:cNvSpPr/>
          <p:nvPr>
            <p:ph idx="3" type="pic"/>
          </p:nvPr>
        </p:nvSpPr>
        <p:spPr>
          <a:xfrm>
            <a:off x="3177967" y="2818667"/>
            <a:ext cx="1681200" cy="1681200"/>
          </a:xfrm>
          <a:prstGeom prst="roundRect">
            <a:avLst>
              <a:gd fmla="val 8264" name="adj"/>
            </a:avLst>
          </a:prstGeom>
          <a:noFill/>
          <a:ln cap="flat" cmpd="sng" w="25400">
            <a:solidFill>
              <a:srgbClr val="101C3F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" name="Google Shape;129;p29"/>
          <p:cNvSpPr/>
          <p:nvPr>
            <p:ph idx="4" type="pic"/>
          </p:nvPr>
        </p:nvSpPr>
        <p:spPr>
          <a:xfrm>
            <a:off x="5734500" y="2818667"/>
            <a:ext cx="1681200" cy="1681200"/>
          </a:xfrm>
          <a:prstGeom prst="roundRect">
            <a:avLst>
              <a:gd fmla="val 8264" name="adj"/>
            </a:avLst>
          </a:prstGeom>
          <a:noFill/>
          <a:ln cap="flat" cmpd="sng" w="25400">
            <a:solidFill>
              <a:srgbClr val="101C3F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0" name="Google Shape;130;p29"/>
          <p:cNvSpPr/>
          <p:nvPr>
            <p:ph idx="5" type="pic"/>
          </p:nvPr>
        </p:nvSpPr>
        <p:spPr>
          <a:xfrm>
            <a:off x="8291033" y="2818667"/>
            <a:ext cx="1681200" cy="1681200"/>
          </a:xfrm>
          <a:prstGeom prst="roundRect">
            <a:avLst>
              <a:gd fmla="val 8264" name="adj"/>
            </a:avLst>
          </a:prstGeom>
          <a:noFill/>
          <a:ln cap="flat" cmpd="sng" w="25400">
            <a:solidFill>
              <a:srgbClr val="101C3F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" name="Google Shape;131;p29"/>
          <p:cNvSpPr txBox="1"/>
          <p:nvPr>
            <p:ph type="title"/>
          </p:nvPr>
        </p:nvSpPr>
        <p:spPr>
          <a:xfrm>
            <a:off x="574267" y="477167"/>
            <a:ext cx="93804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132" name="Google Shape;132;p29"/>
          <p:cNvSpPr txBox="1"/>
          <p:nvPr>
            <p:ph idx="1" type="subTitle"/>
          </p:nvPr>
        </p:nvSpPr>
        <p:spPr>
          <a:xfrm>
            <a:off x="574267" y="993900"/>
            <a:ext cx="7542900" cy="4641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None/>
              <a:defRPr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  <p:sp>
        <p:nvSpPr>
          <p:cNvPr id="133" name="Google Shape;133;p29"/>
          <p:cNvSpPr txBox="1"/>
          <p:nvPr>
            <p:ph idx="6" type="subTitle"/>
          </p:nvPr>
        </p:nvSpPr>
        <p:spPr>
          <a:xfrm>
            <a:off x="621433" y="4544267"/>
            <a:ext cx="2238900" cy="8724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"/>
              <a:buNone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  <p:sp>
        <p:nvSpPr>
          <p:cNvPr id="134" name="Google Shape;134;p29"/>
          <p:cNvSpPr txBox="1"/>
          <p:nvPr>
            <p:ph idx="7" type="subTitle"/>
          </p:nvPr>
        </p:nvSpPr>
        <p:spPr>
          <a:xfrm>
            <a:off x="3177967" y="4544267"/>
            <a:ext cx="2202900" cy="8724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"/>
              <a:buNone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  <p:sp>
        <p:nvSpPr>
          <p:cNvPr id="135" name="Google Shape;135;p29"/>
          <p:cNvSpPr txBox="1"/>
          <p:nvPr>
            <p:ph idx="8" type="subTitle"/>
          </p:nvPr>
        </p:nvSpPr>
        <p:spPr>
          <a:xfrm>
            <a:off x="5734500" y="4544267"/>
            <a:ext cx="2202900" cy="8724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"/>
              <a:buNone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  <p:sp>
        <p:nvSpPr>
          <p:cNvPr id="136" name="Google Shape;136;p29"/>
          <p:cNvSpPr txBox="1"/>
          <p:nvPr>
            <p:ph idx="9" type="subTitle"/>
          </p:nvPr>
        </p:nvSpPr>
        <p:spPr>
          <a:xfrm>
            <a:off x="8291033" y="4544267"/>
            <a:ext cx="2238900" cy="8724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"/>
              <a:buNone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s 3">
  <p:cSld name="CUSTOM_6">
    <p:bg>
      <p:bgPr>
        <a:solidFill>
          <a:schemeClr val="accent2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49683"/>
            <a:ext cx="2603999" cy="2509534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30"/>
          <p:cNvSpPr txBox="1"/>
          <p:nvPr>
            <p:ph idx="1" type="subTitle"/>
          </p:nvPr>
        </p:nvSpPr>
        <p:spPr>
          <a:xfrm>
            <a:off x="3588500" y="812200"/>
            <a:ext cx="7516800" cy="15636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"/>
              <a:buNone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1" name="Google Shape;141;p30"/>
          <p:cNvSpPr txBox="1"/>
          <p:nvPr>
            <p:ph idx="2" type="subTitle"/>
          </p:nvPr>
        </p:nvSpPr>
        <p:spPr>
          <a:xfrm>
            <a:off x="3588500" y="2718155"/>
            <a:ext cx="7516800" cy="15636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"/>
              <a:buNone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2" name="Google Shape;142;p30"/>
          <p:cNvSpPr txBox="1"/>
          <p:nvPr>
            <p:ph idx="3" type="subTitle"/>
          </p:nvPr>
        </p:nvSpPr>
        <p:spPr>
          <a:xfrm>
            <a:off x="3588500" y="4624111"/>
            <a:ext cx="7516800" cy="15636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"/>
              <a:buNone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521">
          <p15:clr>
            <a:srgbClr val="E46962"/>
          </p15:clr>
        </p15:guide>
        <p15:guide id="2" pos="2237">
          <p15:clr>
            <a:srgbClr val="E46962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tout photo">
  <p:cSld name="CUSTOM_5">
    <p:bg>
      <p:bgPr>
        <a:solidFill>
          <a:schemeClr val="accent2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Google Shape;144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31"/>
          <p:cNvSpPr txBox="1"/>
          <p:nvPr>
            <p:ph type="title"/>
          </p:nvPr>
        </p:nvSpPr>
        <p:spPr>
          <a:xfrm>
            <a:off x="609600" y="1044900"/>
            <a:ext cx="55227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146" name="Google Shape;146;p31"/>
          <p:cNvSpPr txBox="1"/>
          <p:nvPr>
            <p:ph idx="1" type="subTitle"/>
          </p:nvPr>
        </p:nvSpPr>
        <p:spPr>
          <a:xfrm>
            <a:off x="622533" y="1506600"/>
            <a:ext cx="4880700" cy="39969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Inter"/>
              <a:buNone/>
              <a:defRPr sz="13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teal">
  <p:cSld name="CUSTOM_2">
    <p:bg>
      <p:bgPr>
        <a:solidFill>
          <a:schemeClr val="accent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developer blue">
  <p:cSld name="CUSTOM_1">
    <p:bg>
      <p:bgPr>
        <a:solidFill>
          <a:srgbClr val="101C3F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384">
          <p15:clr>
            <a:srgbClr val="E46962"/>
          </p15:clr>
        </p15:guide>
        <p15:guide id="2" orient="horz" pos="384">
          <p15:clr>
            <a:srgbClr val="E46962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oadmap">
  <p:cSld name="CUSTOM_1_2">
    <p:bg>
      <p:bgPr>
        <a:solidFill>
          <a:srgbClr val="101C3F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34"/>
          <p:cNvSpPr txBox="1"/>
          <p:nvPr>
            <p:ph type="title"/>
          </p:nvPr>
        </p:nvSpPr>
        <p:spPr>
          <a:xfrm>
            <a:off x="611033" y="623033"/>
            <a:ext cx="93804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154" name="Google Shape;154;p34"/>
          <p:cNvSpPr txBox="1"/>
          <p:nvPr>
            <p:ph idx="1" type="subTitle"/>
          </p:nvPr>
        </p:nvSpPr>
        <p:spPr>
          <a:xfrm>
            <a:off x="611033" y="1169567"/>
            <a:ext cx="9380400" cy="5325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None/>
              <a:defRPr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">
  <p:cSld name="CUSTOM_1_2_1">
    <p:bg>
      <p:bgPr>
        <a:solidFill>
          <a:schemeClr val="lt1"/>
        </a:solid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3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35"/>
          <p:cNvSpPr txBox="1"/>
          <p:nvPr>
            <p:ph type="title"/>
          </p:nvPr>
        </p:nvSpPr>
        <p:spPr>
          <a:xfrm>
            <a:off x="611033" y="623033"/>
            <a:ext cx="93804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158" name="Google Shape;158;p35"/>
          <p:cNvSpPr txBox="1"/>
          <p:nvPr>
            <p:ph idx="1" type="subTitle"/>
          </p:nvPr>
        </p:nvSpPr>
        <p:spPr>
          <a:xfrm>
            <a:off x="611033" y="1169567"/>
            <a:ext cx="9380400" cy="5325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 sz="1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1_1">
    <p:bg>
      <p:bgPr>
        <a:solidFill>
          <a:srgbClr val="101C3F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3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36"/>
          <p:cNvSpPr txBox="1"/>
          <p:nvPr>
            <p:ph idx="1" type="subTitle"/>
          </p:nvPr>
        </p:nvSpPr>
        <p:spPr>
          <a:xfrm>
            <a:off x="1293967" y="2120667"/>
            <a:ext cx="9380400" cy="29115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page">
  <p:cSld name="CUSTOM_3">
    <p:bg>
      <p:bgPr>
        <a:solidFill>
          <a:schemeClr val="accent2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441117" y="5576799"/>
            <a:ext cx="3309767" cy="6408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ght left title only">
  <p:cSld name="Blank White_1_1_1_1_1_1_1_2_1_1_2_6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8"/>
          <p:cNvSpPr txBox="1"/>
          <p:nvPr>
            <p:ph type="title"/>
          </p:nvPr>
        </p:nvSpPr>
        <p:spPr>
          <a:xfrm>
            <a:off x="914400" y="676176"/>
            <a:ext cx="9649200" cy="1080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/>
        </p:txBody>
      </p:sp>
      <p:pic>
        <p:nvPicPr>
          <p:cNvPr id="166" name="Google Shape;166;p38"/>
          <p:cNvPicPr preferRelativeResize="0"/>
          <p:nvPr/>
        </p:nvPicPr>
        <p:blipFill rotWithShape="1">
          <a:blip r:embed="rId2">
            <a:alphaModFix/>
          </a:blip>
          <a:srcRect b="30" l="0" r="0" t="30"/>
          <a:stretch/>
        </p:blipFill>
        <p:spPr>
          <a:xfrm>
            <a:off x="10911067" y="6254338"/>
            <a:ext cx="940834" cy="3234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76">
          <p15:clr>
            <a:srgbClr val="FA7B17"/>
          </p15:clr>
        </p15:guide>
        <p15:guide id="2" orient="horz" pos="695">
          <p15:clr>
            <a:srgbClr val="FA7B17"/>
          </p15:clr>
        </p15:guide>
        <p15:guide id="3" orient="horz" pos="1275">
          <p15:clr>
            <a:srgbClr val="FA7B17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2">
    <p:bg>
      <p:bgPr>
        <a:solidFill>
          <a:schemeClr val="accent2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4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19333" y="5576799"/>
            <a:ext cx="3309767" cy="640833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40"/>
          <p:cNvSpPr txBox="1"/>
          <p:nvPr>
            <p:ph type="title"/>
          </p:nvPr>
        </p:nvSpPr>
        <p:spPr>
          <a:xfrm>
            <a:off x="830400" y="1049733"/>
            <a:ext cx="7864500" cy="15219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Inter ExtraBold"/>
              <a:buNone/>
              <a:defRPr sz="4400"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73" name="Google Shape;173;p40"/>
          <p:cNvSpPr txBox="1"/>
          <p:nvPr>
            <p:ph idx="1" type="subTitle"/>
          </p:nvPr>
        </p:nvSpPr>
        <p:spPr>
          <a:xfrm>
            <a:off x="830400" y="2571733"/>
            <a:ext cx="5913900" cy="13557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pic>
        <p:nvPicPr>
          <p:cNvPr id="174" name="Google Shape;174;p40"/>
          <p:cNvPicPr preferRelativeResize="0"/>
          <p:nvPr/>
        </p:nvPicPr>
        <p:blipFill rotWithShape="1">
          <a:blip r:embed="rId3">
            <a:alphaModFix/>
          </a:blip>
          <a:srcRect b="17535" l="0" r="38819" t="-4901"/>
          <a:stretch/>
        </p:blipFill>
        <p:spPr>
          <a:xfrm>
            <a:off x="8067915" y="1049733"/>
            <a:ext cx="4124083" cy="58082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>
  <p:cSld name="TITLE_1">
    <p:bg>
      <p:bgPr>
        <a:solidFill>
          <a:schemeClr val="accent2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4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19333" y="5576799"/>
            <a:ext cx="3309767" cy="640833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1"/>
          <p:cNvSpPr txBox="1"/>
          <p:nvPr>
            <p:ph type="title"/>
          </p:nvPr>
        </p:nvSpPr>
        <p:spPr>
          <a:xfrm>
            <a:off x="830400" y="1049733"/>
            <a:ext cx="7864500" cy="15219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Inter ExtraBold"/>
              <a:buNone/>
              <a:defRPr sz="4400"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78" name="Google Shape;178;p41"/>
          <p:cNvSpPr txBox="1"/>
          <p:nvPr>
            <p:ph idx="1" type="subTitle"/>
          </p:nvPr>
        </p:nvSpPr>
        <p:spPr>
          <a:xfrm>
            <a:off x="830400" y="2571733"/>
            <a:ext cx="5913900" cy="13557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pic>
        <p:nvPicPr>
          <p:cNvPr id="179" name="Google Shape;179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09200" y="1581500"/>
            <a:ext cx="4982801" cy="52765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ody - content">
  <p:cSld name="CUSTOM_11"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43"/>
          <p:cNvSpPr txBox="1"/>
          <p:nvPr>
            <p:ph idx="1" type="body"/>
          </p:nvPr>
        </p:nvSpPr>
        <p:spPr>
          <a:xfrm>
            <a:off x="609600" y="2492400"/>
            <a:ext cx="11360700" cy="3599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600"/>
              <a:buFont typeface="Inter"/>
              <a:buChar char="●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3302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600"/>
              <a:buFont typeface="Inter"/>
              <a:buChar char="○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302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600"/>
              <a:buFont typeface="Inter"/>
              <a:buChar char="■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302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600"/>
              <a:buFont typeface="Inter"/>
              <a:buChar char="●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302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600"/>
              <a:buFont typeface="Inter"/>
              <a:buChar char="○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302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600"/>
              <a:buFont typeface="Inter"/>
              <a:buChar char="■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302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600"/>
              <a:buFont typeface="Inter"/>
              <a:buChar char="●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302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600"/>
              <a:buFont typeface="Inter"/>
              <a:buChar char="○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302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600"/>
              <a:buFont typeface="Inter"/>
              <a:buChar char="■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184" name="Google Shape;184;p43"/>
          <p:cNvSpPr txBox="1"/>
          <p:nvPr>
            <p:ph idx="2" type="subTitle"/>
          </p:nvPr>
        </p:nvSpPr>
        <p:spPr>
          <a:xfrm>
            <a:off x="609600" y="1472433"/>
            <a:ext cx="10275900" cy="8244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 sz="1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85" name="Google Shape;185;p43"/>
          <p:cNvSpPr txBox="1"/>
          <p:nvPr>
            <p:ph type="title"/>
          </p:nvPr>
        </p:nvSpPr>
        <p:spPr>
          <a:xfrm>
            <a:off x="609600" y="1044900"/>
            <a:ext cx="57519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pic>
        <p:nvPicPr>
          <p:cNvPr id="186" name="Google Shape;186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 option 1">
  <p:cSld name="CUSTOM_10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44"/>
          <p:cNvSpPr txBox="1"/>
          <p:nvPr/>
        </p:nvSpPr>
        <p:spPr>
          <a:xfrm>
            <a:off x="621433" y="477167"/>
            <a:ext cx="93804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/>
              <a:t>Agenda</a:t>
            </a:r>
            <a:endParaRPr sz="1900"/>
          </a:p>
        </p:txBody>
      </p:sp>
      <p:sp>
        <p:nvSpPr>
          <p:cNvPr id="189" name="Google Shape;189;p44"/>
          <p:cNvSpPr txBox="1"/>
          <p:nvPr/>
        </p:nvSpPr>
        <p:spPr>
          <a:xfrm>
            <a:off x="5589788" y="3000767"/>
            <a:ext cx="59373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latin typeface="Inter"/>
                <a:ea typeface="Inter"/>
                <a:cs typeface="Inter"/>
                <a:sym typeface="Inter"/>
              </a:rPr>
              <a:t>Section title</a:t>
            </a:r>
            <a:endParaRPr sz="240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0" name="Google Shape;190;p44"/>
          <p:cNvSpPr txBox="1"/>
          <p:nvPr/>
        </p:nvSpPr>
        <p:spPr>
          <a:xfrm>
            <a:off x="621433" y="3000767"/>
            <a:ext cx="7047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900">
                <a:latin typeface="Inter"/>
                <a:ea typeface="Inter"/>
                <a:cs typeface="Inter"/>
                <a:sym typeface="Inter"/>
              </a:rPr>
              <a:t>01</a:t>
            </a:r>
            <a:endParaRPr i="1" sz="190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1" name="Google Shape;191;p44"/>
          <p:cNvSpPr txBox="1"/>
          <p:nvPr/>
        </p:nvSpPr>
        <p:spPr>
          <a:xfrm>
            <a:off x="5589788" y="3618400"/>
            <a:ext cx="59373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latin typeface="Inter"/>
                <a:ea typeface="Inter"/>
                <a:cs typeface="Inter"/>
                <a:sym typeface="Inter"/>
              </a:rPr>
              <a:t>Section title</a:t>
            </a:r>
            <a:endParaRPr sz="240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2" name="Google Shape;192;p44"/>
          <p:cNvSpPr txBox="1"/>
          <p:nvPr/>
        </p:nvSpPr>
        <p:spPr>
          <a:xfrm>
            <a:off x="621433" y="3618383"/>
            <a:ext cx="7047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900">
                <a:latin typeface="Inter"/>
                <a:ea typeface="Inter"/>
                <a:cs typeface="Inter"/>
                <a:sym typeface="Inter"/>
              </a:rPr>
              <a:t>02</a:t>
            </a:r>
            <a:endParaRPr i="1" sz="190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3" name="Google Shape;193;p44"/>
          <p:cNvSpPr txBox="1"/>
          <p:nvPr/>
        </p:nvSpPr>
        <p:spPr>
          <a:xfrm>
            <a:off x="5589788" y="4259433"/>
            <a:ext cx="59373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latin typeface="Inter"/>
                <a:ea typeface="Inter"/>
                <a:cs typeface="Inter"/>
                <a:sym typeface="Inter"/>
              </a:rPr>
              <a:t>Section title</a:t>
            </a:r>
            <a:endParaRPr sz="240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4" name="Google Shape;194;p44"/>
          <p:cNvSpPr txBox="1"/>
          <p:nvPr/>
        </p:nvSpPr>
        <p:spPr>
          <a:xfrm>
            <a:off x="621433" y="4259433"/>
            <a:ext cx="7047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900">
                <a:latin typeface="Inter"/>
                <a:ea typeface="Inter"/>
                <a:cs typeface="Inter"/>
                <a:sym typeface="Inter"/>
              </a:rPr>
              <a:t>03</a:t>
            </a:r>
            <a:endParaRPr i="1" sz="190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5" name="Google Shape;195;p44"/>
          <p:cNvSpPr txBox="1"/>
          <p:nvPr/>
        </p:nvSpPr>
        <p:spPr>
          <a:xfrm>
            <a:off x="5589788" y="4900467"/>
            <a:ext cx="59373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latin typeface="Inter"/>
                <a:ea typeface="Inter"/>
                <a:cs typeface="Inter"/>
                <a:sym typeface="Inter"/>
              </a:rPr>
              <a:t>Section title</a:t>
            </a:r>
            <a:endParaRPr sz="240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6" name="Google Shape;196;p44"/>
          <p:cNvSpPr txBox="1"/>
          <p:nvPr/>
        </p:nvSpPr>
        <p:spPr>
          <a:xfrm>
            <a:off x="621433" y="4900467"/>
            <a:ext cx="7047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900">
                <a:latin typeface="Inter"/>
                <a:ea typeface="Inter"/>
                <a:cs typeface="Inter"/>
                <a:sym typeface="Inter"/>
              </a:rPr>
              <a:t>04</a:t>
            </a:r>
            <a:endParaRPr i="1" sz="1900"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97" name="Google Shape;197;p44"/>
          <p:cNvCxnSpPr/>
          <p:nvPr/>
        </p:nvCxnSpPr>
        <p:spPr>
          <a:xfrm>
            <a:off x="640633" y="3618400"/>
            <a:ext cx="10938300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8" name="Google Shape;198;p44"/>
          <p:cNvCxnSpPr/>
          <p:nvPr/>
        </p:nvCxnSpPr>
        <p:spPr>
          <a:xfrm>
            <a:off x="640633" y="4248733"/>
            <a:ext cx="10938300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99" name="Google Shape;199;p44"/>
          <p:cNvCxnSpPr/>
          <p:nvPr/>
        </p:nvCxnSpPr>
        <p:spPr>
          <a:xfrm>
            <a:off x="640633" y="4889833"/>
            <a:ext cx="10938300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0" name="Google Shape;200;p44"/>
          <p:cNvSpPr txBox="1"/>
          <p:nvPr/>
        </p:nvSpPr>
        <p:spPr>
          <a:xfrm>
            <a:off x="5589788" y="5566767"/>
            <a:ext cx="59373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latin typeface="Inter"/>
                <a:ea typeface="Inter"/>
                <a:cs typeface="Inter"/>
                <a:sym typeface="Inter"/>
              </a:rPr>
              <a:t>Section title</a:t>
            </a:r>
            <a:endParaRPr sz="240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1" name="Google Shape;201;p44"/>
          <p:cNvSpPr txBox="1"/>
          <p:nvPr/>
        </p:nvSpPr>
        <p:spPr>
          <a:xfrm>
            <a:off x="621433" y="5566767"/>
            <a:ext cx="7047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900">
                <a:latin typeface="Inter"/>
                <a:ea typeface="Inter"/>
                <a:cs typeface="Inter"/>
                <a:sym typeface="Inter"/>
              </a:rPr>
              <a:t>05</a:t>
            </a:r>
            <a:endParaRPr i="1" sz="1900"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202" name="Google Shape;202;p44"/>
          <p:cNvCxnSpPr/>
          <p:nvPr/>
        </p:nvCxnSpPr>
        <p:spPr>
          <a:xfrm>
            <a:off x="640633" y="5556067"/>
            <a:ext cx="10938300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ody - left aligned">
  <p:cSld name="BLANK_4"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4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45"/>
          <p:cNvSpPr txBox="1"/>
          <p:nvPr>
            <p:ph type="title"/>
          </p:nvPr>
        </p:nvSpPr>
        <p:spPr>
          <a:xfrm>
            <a:off x="610567" y="477167"/>
            <a:ext cx="93804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206" name="Google Shape;206;p45"/>
          <p:cNvSpPr txBox="1"/>
          <p:nvPr>
            <p:ph idx="1" type="subTitle"/>
          </p:nvPr>
        </p:nvSpPr>
        <p:spPr>
          <a:xfrm>
            <a:off x="610567" y="1022067"/>
            <a:ext cx="4017600" cy="17997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 sz="1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ody - left aligned 1">
  <p:cSld name="BLANK_4_2"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46"/>
          <p:cNvSpPr txBox="1"/>
          <p:nvPr>
            <p:ph type="title"/>
          </p:nvPr>
        </p:nvSpPr>
        <p:spPr>
          <a:xfrm>
            <a:off x="610567" y="477167"/>
            <a:ext cx="93804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210" name="Google Shape;210;p46"/>
          <p:cNvSpPr txBox="1"/>
          <p:nvPr>
            <p:ph idx="1" type="subTitle"/>
          </p:nvPr>
        </p:nvSpPr>
        <p:spPr>
          <a:xfrm>
            <a:off x="610567" y="1022067"/>
            <a:ext cx="96324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 sz="1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211" name="Google Shape;211;p46"/>
          <p:cNvSpPr txBox="1"/>
          <p:nvPr>
            <p:ph idx="2" type="body"/>
          </p:nvPr>
        </p:nvSpPr>
        <p:spPr>
          <a:xfrm>
            <a:off x="609600" y="1629200"/>
            <a:ext cx="11176500" cy="35997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Inter"/>
              <a:buChar char="●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3302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Inter"/>
              <a:buChar char="○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302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Inter"/>
              <a:buChar char="■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302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Inter"/>
              <a:buChar char="●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302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Inter"/>
              <a:buChar char="○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302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Inter"/>
              <a:buChar char="■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302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Inter"/>
              <a:buChar char="●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302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Inter"/>
              <a:buChar char="○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302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Inter"/>
              <a:buChar char="■"/>
              <a:defRPr sz="16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ody - center">
  <p:cSld name="BLANK_4_1"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Google Shape;213;p4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47"/>
          <p:cNvSpPr txBox="1"/>
          <p:nvPr>
            <p:ph type="title"/>
          </p:nvPr>
        </p:nvSpPr>
        <p:spPr>
          <a:xfrm>
            <a:off x="1405800" y="477167"/>
            <a:ext cx="93804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215" name="Google Shape;215;p47"/>
          <p:cNvSpPr txBox="1"/>
          <p:nvPr>
            <p:ph idx="1" type="subTitle"/>
          </p:nvPr>
        </p:nvSpPr>
        <p:spPr>
          <a:xfrm>
            <a:off x="1405800" y="1022067"/>
            <a:ext cx="9380400" cy="6996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 sz="1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cons">
  <p:cSld name="BLANK_3"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7" name="Google Shape;217;p4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48"/>
          <p:cNvSpPr/>
          <p:nvPr/>
        </p:nvSpPr>
        <p:spPr>
          <a:xfrm>
            <a:off x="-14933" y="-14933"/>
            <a:ext cx="4183500" cy="6872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219" name="Google Shape;219;p48"/>
          <p:cNvSpPr txBox="1"/>
          <p:nvPr>
            <p:ph type="title"/>
          </p:nvPr>
        </p:nvSpPr>
        <p:spPr>
          <a:xfrm>
            <a:off x="621433" y="476233"/>
            <a:ext cx="32847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220" name="Google Shape;220;p48"/>
          <p:cNvSpPr txBox="1"/>
          <p:nvPr>
            <p:ph idx="1" type="subTitle"/>
          </p:nvPr>
        </p:nvSpPr>
        <p:spPr>
          <a:xfrm>
            <a:off x="659433" y="1660733"/>
            <a:ext cx="3246900" cy="40908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None/>
              <a:defRPr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  <p:sp>
        <p:nvSpPr>
          <p:cNvPr id="221" name="Google Shape;221;p48"/>
          <p:cNvSpPr txBox="1"/>
          <p:nvPr>
            <p:ph idx="2" type="subTitle"/>
          </p:nvPr>
        </p:nvSpPr>
        <p:spPr>
          <a:xfrm>
            <a:off x="6301167" y="824233"/>
            <a:ext cx="4078800" cy="801900"/>
          </a:xfrm>
          <a:prstGeom prst="rect">
            <a:avLst/>
          </a:prstGeom>
        </p:spPr>
        <p:txBody>
          <a:bodyPr anchorCtr="0" anchor="ctr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Inter"/>
              <a:buNone/>
              <a:defRPr sz="16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idx="3" type="subTitle"/>
          </p:nvPr>
        </p:nvSpPr>
        <p:spPr>
          <a:xfrm>
            <a:off x="6301167" y="2293400"/>
            <a:ext cx="4078800" cy="801900"/>
          </a:xfrm>
          <a:prstGeom prst="rect">
            <a:avLst/>
          </a:prstGeom>
        </p:spPr>
        <p:txBody>
          <a:bodyPr anchorCtr="0" anchor="ctr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Inter"/>
              <a:buNone/>
              <a:defRPr sz="16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4" type="subTitle"/>
          </p:nvPr>
        </p:nvSpPr>
        <p:spPr>
          <a:xfrm>
            <a:off x="6301167" y="3762567"/>
            <a:ext cx="4078800" cy="801900"/>
          </a:xfrm>
          <a:prstGeom prst="rect">
            <a:avLst/>
          </a:prstGeom>
        </p:spPr>
        <p:txBody>
          <a:bodyPr anchorCtr="0" anchor="ctr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Inter"/>
              <a:buNone/>
              <a:defRPr sz="16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224" name="Google Shape;224;p48"/>
          <p:cNvSpPr txBox="1"/>
          <p:nvPr>
            <p:ph idx="5" type="subTitle"/>
          </p:nvPr>
        </p:nvSpPr>
        <p:spPr>
          <a:xfrm>
            <a:off x="6301167" y="5231733"/>
            <a:ext cx="4078800" cy="801900"/>
          </a:xfrm>
          <a:prstGeom prst="rect">
            <a:avLst/>
          </a:prstGeom>
        </p:spPr>
        <p:txBody>
          <a:bodyPr anchorCtr="0" anchor="ctr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Inter"/>
              <a:buNone/>
              <a:defRPr sz="16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llustration">
  <p:cSld name="BLANK_2"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4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49"/>
          <p:cNvSpPr txBox="1"/>
          <p:nvPr>
            <p:ph idx="1" type="subTitle"/>
          </p:nvPr>
        </p:nvSpPr>
        <p:spPr>
          <a:xfrm>
            <a:off x="628467" y="929600"/>
            <a:ext cx="7292700" cy="12309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 sz="1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8" name="Google Shape;228;p49"/>
          <p:cNvSpPr txBox="1"/>
          <p:nvPr>
            <p:ph idx="2" type="subTitle"/>
          </p:nvPr>
        </p:nvSpPr>
        <p:spPr>
          <a:xfrm>
            <a:off x="628467" y="2619433"/>
            <a:ext cx="2421900" cy="348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9" name="Google Shape;229;p49"/>
          <p:cNvSpPr txBox="1"/>
          <p:nvPr>
            <p:ph idx="3" type="subTitle"/>
          </p:nvPr>
        </p:nvSpPr>
        <p:spPr>
          <a:xfrm>
            <a:off x="3570900" y="2619433"/>
            <a:ext cx="2421900" cy="348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580">
          <p15:clr>
            <a:srgbClr val="E46962"/>
          </p15:clr>
        </p15:guide>
        <p15:guide id="2" orient="horz" pos="1650">
          <p15:clr>
            <a:srgbClr val="E46962"/>
          </p15:clr>
        </p15:guide>
        <p15:guide id="3" pos="391">
          <p15:clr>
            <a:srgbClr val="E46962"/>
          </p15:clr>
        </p15:guide>
        <p15:guide id="4" pos="2249">
          <p15:clr>
            <a:srgbClr val="E46962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ll bleed photo">
  <p:cSld name="CUSTOM_4"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50"/>
          <p:cNvSpPr txBox="1"/>
          <p:nvPr>
            <p:ph type="title"/>
          </p:nvPr>
        </p:nvSpPr>
        <p:spPr>
          <a:xfrm>
            <a:off x="609600" y="1044900"/>
            <a:ext cx="48807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32" name="Google Shape;232;p50"/>
          <p:cNvSpPr txBox="1"/>
          <p:nvPr>
            <p:ph idx="1" type="subTitle"/>
          </p:nvPr>
        </p:nvSpPr>
        <p:spPr>
          <a:xfrm>
            <a:off x="622533" y="1506600"/>
            <a:ext cx="4880700" cy="39969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233" name="Google Shape;233;p5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hoto - right aligned">
  <p:cSld name="CUSTOM_4_1"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51"/>
          <p:cNvSpPr txBox="1"/>
          <p:nvPr>
            <p:ph type="title"/>
          </p:nvPr>
        </p:nvSpPr>
        <p:spPr>
          <a:xfrm>
            <a:off x="609600" y="1044900"/>
            <a:ext cx="48807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36" name="Google Shape;236;p51"/>
          <p:cNvSpPr txBox="1"/>
          <p:nvPr>
            <p:ph idx="1" type="subTitle"/>
          </p:nvPr>
        </p:nvSpPr>
        <p:spPr>
          <a:xfrm>
            <a:off x="622533" y="1506600"/>
            <a:ext cx="4880700" cy="39969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237" name="Google Shape;237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ramed text - photo background">
  <p:cSld name="CUSTOM_4_1_1"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52"/>
          <p:cNvSpPr/>
          <p:nvPr/>
        </p:nvSpPr>
        <p:spPr>
          <a:xfrm>
            <a:off x="538833" y="739400"/>
            <a:ext cx="5207100" cy="5379300"/>
          </a:xfrm>
          <a:prstGeom prst="roundRect">
            <a:avLst>
              <a:gd fmla="val 7317" name="adj"/>
            </a:avLst>
          </a:prstGeom>
          <a:solidFill>
            <a:schemeClr val="lt1"/>
          </a:solidFill>
          <a:ln cap="flat" cmpd="sng" w="12700">
            <a:solidFill>
              <a:srgbClr val="101C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241" name="Google Shape;241;p52"/>
          <p:cNvSpPr txBox="1"/>
          <p:nvPr>
            <p:ph type="title"/>
          </p:nvPr>
        </p:nvSpPr>
        <p:spPr>
          <a:xfrm>
            <a:off x="925033" y="1197400"/>
            <a:ext cx="44349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b="1" sz="2400"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42" name="Google Shape;242;p52"/>
          <p:cNvSpPr txBox="1"/>
          <p:nvPr>
            <p:ph idx="1" type="subTitle"/>
          </p:nvPr>
        </p:nvSpPr>
        <p:spPr>
          <a:xfrm>
            <a:off x="925033" y="1827800"/>
            <a:ext cx="4434900" cy="39969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Inter"/>
              <a:buNone/>
              <a:defRPr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BLANK_1"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4" name="Google Shape;244;p5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53"/>
          <p:cNvSpPr txBox="1"/>
          <p:nvPr>
            <p:ph type="title"/>
          </p:nvPr>
        </p:nvSpPr>
        <p:spPr>
          <a:xfrm>
            <a:off x="621433" y="477167"/>
            <a:ext cx="93804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672">
          <p15:clr>
            <a:srgbClr val="E46962"/>
          </p15:clr>
        </p15:guide>
        <p15:guide id="2" pos="391">
          <p15:clr>
            <a:srgbClr val="E46962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Modules">
  <p:cSld name="BLANK_1_1"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247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54"/>
          <p:cNvSpPr txBox="1"/>
          <p:nvPr>
            <p:ph type="title"/>
          </p:nvPr>
        </p:nvSpPr>
        <p:spPr>
          <a:xfrm>
            <a:off x="610567" y="2540933"/>
            <a:ext cx="57885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249" name="Google Shape;249;p54"/>
          <p:cNvSpPr txBox="1"/>
          <p:nvPr>
            <p:ph idx="1" type="subTitle"/>
          </p:nvPr>
        </p:nvSpPr>
        <p:spPr>
          <a:xfrm>
            <a:off x="610567" y="3085833"/>
            <a:ext cx="4017600" cy="17997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 sz="1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672">
          <p15:clr>
            <a:srgbClr val="E46962"/>
          </p15:clr>
        </p15:guide>
        <p15:guide id="2" pos="391">
          <p15:clr>
            <a:srgbClr val="E46962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Blue">
  <p:cSld name="CUSTOM">
    <p:bg>
      <p:bgPr>
        <a:solidFill>
          <a:schemeClr val="accent2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divider - blue A">
  <p:cSld name="CUSTOM_9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5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56"/>
          <p:cNvSpPr txBox="1"/>
          <p:nvPr>
            <p:ph type="title"/>
          </p:nvPr>
        </p:nvSpPr>
        <p:spPr>
          <a:xfrm>
            <a:off x="1301167" y="2219900"/>
            <a:ext cx="5820000" cy="2418300"/>
          </a:xfrm>
          <a:prstGeom prst="rect">
            <a:avLst/>
          </a:prstGeom>
        </p:spPr>
        <p:txBody>
          <a:bodyPr anchorCtr="0" anchor="ctr" bIns="121900" lIns="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ExtraBold"/>
              <a:buNone/>
              <a:defRPr sz="4500"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divider - blue B">
  <p:cSld name="CUSTOM_9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57"/>
          <p:cNvSpPr txBox="1"/>
          <p:nvPr>
            <p:ph type="title"/>
          </p:nvPr>
        </p:nvSpPr>
        <p:spPr>
          <a:xfrm>
            <a:off x="3070100" y="2219900"/>
            <a:ext cx="5820000" cy="2418300"/>
          </a:xfrm>
          <a:prstGeom prst="rect">
            <a:avLst/>
          </a:prstGeom>
        </p:spPr>
        <p:txBody>
          <a:bodyPr anchorCtr="0" anchor="ctr" bIns="121900" lIns="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ExtraBold"/>
              <a:buNone/>
              <a:defRPr sz="4500"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divider - dev blue A">
  <p:cSld name="CUSTOM_9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8"/>
          <p:cNvSpPr txBox="1"/>
          <p:nvPr>
            <p:ph type="title"/>
          </p:nvPr>
        </p:nvSpPr>
        <p:spPr>
          <a:xfrm>
            <a:off x="3070100" y="2219900"/>
            <a:ext cx="5820000" cy="2418300"/>
          </a:xfrm>
          <a:prstGeom prst="rect">
            <a:avLst/>
          </a:prstGeom>
        </p:spPr>
        <p:txBody>
          <a:bodyPr anchorCtr="0" anchor="ctr" bIns="121900" lIns="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ExtraBold"/>
              <a:buNone/>
              <a:defRPr sz="4500"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divider - dev blue B">
  <p:cSld name="CUSTOM_9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59"/>
          <p:cNvSpPr txBox="1"/>
          <p:nvPr>
            <p:ph type="title"/>
          </p:nvPr>
        </p:nvSpPr>
        <p:spPr>
          <a:xfrm>
            <a:off x="1301167" y="2219900"/>
            <a:ext cx="5820000" cy="2418300"/>
          </a:xfrm>
          <a:prstGeom prst="rect">
            <a:avLst/>
          </a:prstGeom>
        </p:spPr>
        <p:txBody>
          <a:bodyPr anchorCtr="0" anchor="ctr" bIns="121900" lIns="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ExtraBold"/>
              <a:buNone/>
              <a:defRPr sz="4500"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divider - teal A">
  <p:cSld name="CUSTOM_9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60"/>
          <p:cNvSpPr txBox="1"/>
          <p:nvPr>
            <p:ph type="title"/>
          </p:nvPr>
        </p:nvSpPr>
        <p:spPr>
          <a:xfrm>
            <a:off x="3070100" y="2219900"/>
            <a:ext cx="5820000" cy="2418300"/>
          </a:xfrm>
          <a:prstGeom prst="rect">
            <a:avLst/>
          </a:prstGeom>
        </p:spPr>
        <p:txBody>
          <a:bodyPr anchorCtr="0" anchor="ctr" bIns="121900" lIns="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4500"/>
              <a:buFont typeface="Inter ExtraBold"/>
              <a:buNone/>
              <a:defRPr sz="4500">
                <a:solidFill>
                  <a:srgbClr val="1C1E23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9pPr>
          </a:lstStyle>
          <a:p/>
        </p:txBody>
      </p:sp>
      <p:pic>
        <p:nvPicPr>
          <p:cNvPr id="266" name="Google Shape;266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divider - teal B">
  <p:cSld name="CUSTOM_9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68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61"/>
          <p:cNvSpPr txBox="1"/>
          <p:nvPr>
            <p:ph type="title"/>
          </p:nvPr>
        </p:nvSpPr>
        <p:spPr>
          <a:xfrm>
            <a:off x="1301167" y="2219900"/>
            <a:ext cx="5820000" cy="2418300"/>
          </a:xfrm>
          <a:prstGeom prst="rect">
            <a:avLst/>
          </a:prstGeom>
        </p:spPr>
        <p:txBody>
          <a:bodyPr anchorCtr="0" anchor="ctr" bIns="121900" lIns="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4500"/>
              <a:buFont typeface="Inter ExtraBold"/>
              <a:buNone/>
              <a:defRPr sz="4500">
                <a:solidFill>
                  <a:srgbClr val="1C1E23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Inter Black"/>
              <a:buNone/>
              <a:defRPr sz="4500">
                <a:solidFill>
                  <a:schemeClr val="lt1"/>
                </a:solidFill>
                <a:latin typeface="Inter Black"/>
                <a:ea typeface="Inter Black"/>
                <a:cs typeface="Inter Black"/>
                <a:sym typeface="Inter Black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eaker square">
  <p:cSld name="CUSTOM_8">
    <p:bg>
      <p:bgPr>
        <a:solidFill>
          <a:schemeClr val="accent2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6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62"/>
          <p:cNvSpPr/>
          <p:nvPr>
            <p:ph idx="2" type="pic"/>
          </p:nvPr>
        </p:nvSpPr>
        <p:spPr>
          <a:xfrm>
            <a:off x="1360833" y="1229000"/>
            <a:ext cx="4400100" cy="4400100"/>
          </a:xfrm>
          <a:prstGeom prst="roundRect">
            <a:avLst>
              <a:gd fmla="val 8462" name="adj"/>
            </a:avLst>
          </a:prstGeom>
          <a:noFill/>
          <a:ln cap="flat" cmpd="sng" w="25400">
            <a:solidFill>
              <a:srgbClr val="101C3F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3" name="Google Shape;273;p62"/>
          <p:cNvSpPr txBox="1"/>
          <p:nvPr>
            <p:ph type="title"/>
          </p:nvPr>
        </p:nvSpPr>
        <p:spPr>
          <a:xfrm>
            <a:off x="6769667" y="2175600"/>
            <a:ext cx="4400100" cy="12807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Inter ExtraBold"/>
              <a:buNone/>
              <a:defRPr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74" name="Google Shape;274;p62"/>
          <p:cNvSpPr txBox="1"/>
          <p:nvPr>
            <p:ph idx="1" type="subTitle"/>
          </p:nvPr>
        </p:nvSpPr>
        <p:spPr>
          <a:xfrm>
            <a:off x="6769667" y="3357200"/>
            <a:ext cx="3964800" cy="13251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3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eaker circle">
  <p:cSld name="CUSTOM_8_1">
    <p:bg>
      <p:bgPr>
        <a:solidFill>
          <a:schemeClr val="accent2"/>
        </a:solid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p6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63"/>
          <p:cNvSpPr/>
          <p:nvPr>
            <p:ph idx="2" type="pic"/>
          </p:nvPr>
        </p:nvSpPr>
        <p:spPr>
          <a:xfrm>
            <a:off x="1360833" y="1229000"/>
            <a:ext cx="4400100" cy="4400100"/>
          </a:xfrm>
          <a:prstGeom prst="ellipse">
            <a:avLst/>
          </a:prstGeom>
          <a:noFill/>
          <a:ln cap="flat" cmpd="sng" w="25400">
            <a:solidFill>
              <a:srgbClr val="101C3F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8" name="Google Shape;278;p63"/>
          <p:cNvSpPr txBox="1"/>
          <p:nvPr>
            <p:ph type="title"/>
          </p:nvPr>
        </p:nvSpPr>
        <p:spPr>
          <a:xfrm>
            <a:off x="6769667" y="2175600"/>
            <a:ext cx="4400100" cy="12807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Inter ExtraBold"/>
              <a:buNone/>
              <a:defRPr>
                <a:solidFill>
                  <a:schemeClr val="lt1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Font typeface="Inter ExtraBold"/>
              <a:buNone/>
              <a:defRPr>
                <a:latin typeface="Inter ExtraBold"/>
                <a:ea typeface="Inter ExtraBold"/>
                <a:cs typeface="Inter ExtraBold"/>
                <a:sym typeface="Inter Extra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Font typeface="Inter ExtraBold"/>
              <a:buNone/>
              <a:defRPr>
                <a:latin typeface="Inter ExtraBold"/>
                <a:ea typeface="Inter ExtraBold"/>
                <a:cs typeface="Inter ExtraBold"/>
                <a:sym typeface="Inter Extra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Font typeface="Inter ExtraBold"/>
              <a:buNone/>
              <a:defRPr>
                <a:latin typeface="Inter ExtraBold"/>
                <a:ea typeface="Inter ExtraBold"/>
                <a:cs typeface="Inter ExtraBold"/>
                <a:sym typeface="Inter Extra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Font typeface="Inter ExtraBold"/>
              <a:buNone/>
              <a:defRPr>
                <a:latin typeface="Inter ExtraBold"/>
                <a:ea typeface="Inter ExtraBold"/>
                <a:cs typeface="Inter ExtraBold"/>
                <a:sym typeface="Inter Extra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Font typeface="Inter ExtraBold"/>
              <a:buNone/>
              <a:defRPr>
                <a:latin typeface="Inter ExtraBold"/>
                <a:ea typeface="Inter ExtraBold"/>
                <a:cs typeface="Inter ExtraBold"/>
                <a:sym typeface="Inter Extra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Font typeface="Inter ExtraBold"/>
              <a:buNone/>
              <a:defRPr>
                <a:latin typeface="Inter ExtraBold"/>
                <a:ea typeface="Inter ExtraBold"/>
                <a:cs typeface="Inter ExtraBold"/>
                <a:sym typeface="Inter Extra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Font typeface="Inter ExtraBold"/>
              <a:buNone/>
              <a:defRPr>
                <a:latin typeface="Inter ExtraBold"/>
                <a:ea typeface="Inter ExtraBold"/>
                <a:cs typeface="Inter ExtraBold"/>
                <a:sym typeface="Inter Extra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Font typeface="Inter ExtraBold"/>
              <a:buNone/>
              <a:defRPr>
                <a:latin typeface="Inter ExtraBold"/>
                <a:ea typeface="Inter ExtraBold"/>
                <a:cs typeface="Inter ExtraBold"/>
                <a:sym typeface="Inter ExtraBold"/>
              </a:defRPr>
            </a:lvl9pPr>
          </a:lstStyle>
          <a:p/>
        </p:txBody>
      </p:sp>
      <p:sp>
        <p:nvSpPr>
          <p:cNvPr id="279" name="Google Shape;279;p63"/>
          <p:cNvSpPr txBox="1"/>
          <p:nvPr>
            <p:ph idx="1" type="subTitle"/>
          </p:nvPr>
        </p:nvSpPr>
        <p:spPr>
          <a:xfrm>
            <a:off x="6769667" y="3357200"/>
            <a:ext cx="3964800" cy="13251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Inter"/>
              <a:buNone/>
              <a:defRPr sz="3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eakers">
  <p:cSld name="CUSTOM_7">
    <p:bg>
      <p:bgPr>
        <a:solidFill>
          <a:schemeClr val="accent2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6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64"/>
          <p:cNvSpPr/>
          <p:nvPr>
            <p:ph idx="2" type="pic"/>
          </p:nvPr>
        </p:nvSpPr>
        <p:spPr>
          <a:xfrm>
            <a:off x="621433" y="2818667"/>
            <a:ext cx="1681200" cy="1681200"/>
          </a:xfrm>
          <a:prstGeom prst="roundRect">
            <a:avLst>
              <a:gd fmla="val 8264" name="adj"/>
            </a:avLst>
          </a:prstGeom>
          <a:noFill/>
          <a:ln cap="flat" cmpd="sng" w="25400">
            <a:solidFill>
              <a:srgbClr val="101C3F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3" name="Google Shape;283;p64"/>
          <p:cNvSpPr/>
          <p:nvPr>
            <p:ph idx="3" type="pic"/>
          </p:nvPr>
        </p:nvSpPr>
        <p:spPr>
          <a:xfrm>
            <a:off x="3177967" y="2818667"/>
            <a:ext cx="1681200" cy="1681200"/>
          </a:xfrm>
          <a:prstGeom prst="roundRect">
            <a:avLst>
              <a:gd fmla="val 8264" name="adj"/>
            </a:avLst>
          </a:prstGeom>
          <a:noFill/>
          <a:ln cap="flat" cmpd="sng" w="25400">
            <a:solidFill>
              <a:srgbClr val="101C3F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p64"/>
          <p:cNvSpPr/>
          <p:nvPr>
            <p:ph idx="4" type="pic"/>
          </p:nvPr>
        </p:nvSpPr>
        <p:spPr>
          <a:xfrm>
            <a:off x="5734500" y="2818667"/>
            <a:ext cx="1681200" cy="1681200"/>
          </a:xfrm>
          <a:prstGeom prst="roundRect">
            <a:avLst>
              <a:gd fmla="val 8264" name="adj"/>
            </a:avLst>
          </a:prstGeom>
          <a:noFill/>
          <a:ln cap="flat" cmpd="sng" w="25400">
            <a:solidFill>
              <a:srgbClr val="101C3F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5" name="Google Shape;285;p64"/>
          <p:cNvSpPr/>
          <p:nvPr>
            <p:ph idx="5" type="pic"/>
          </p:nvPr>
        </p:nvSpPr>
        <p:spPr>
          <a:xfrm>
            <a:off x="8291033" y="2818667"/>
            <a:ext cx="1681200" cy="1681200"/>
          </a:xfrm>
          <a:prstGeom prst="roundRect">
            <a:avLst>
              <a:gd fmla="val 8264" name="adj"/>
            </a:avLst>
          </a:prstGeom>
          <a:noFill/>
          <a:ln cap="flat" cmpd="sng" w="25400">
            <a:solidFill>
              <a:srgbClr val="101C3F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6" name="Google Shape;286;p64"/>
          <p:cNvSpPr txBox="1"/>
          <p:nvPr>
            <p:ph type="title"/>
          </p:nvPr>
        </p:nvSpPr>
        <p:spPr>
          <a:xfrm>
            <a:off x="574267" y="477167"/>
            <a:ext cx="93804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287" name="Google Shape;287;p64"/>
          <p:cNvSpPr txBox="1"/>
          <p:nvPr>
            <p:ph idx="1" type="subTitle"/>
          </p:nvPr>
        </p:nvSpPr>
        <p:spPr>
          <a:xfrm>
            <a:off x="574267" y="993900"/>
            <a:ext cx="7542900" cy="4641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None/>
              <a:defRPr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  <p:sp>
        <p:nvSpPr>
          <p:cNvPr id="288" name="Google Shape;288;p64"/>
          <p:cNvSpPr txBox="1"/>
          <p:nvPr>
            <p:ph idx="6" type="subTitle"/>
          </p:nvPr>
        </p:nvSpPr>
        <p:spPr>
          <a:xfrm>
            <a:off x="621433" y="4544267"/>
            <a:ext cx="2238900" cy="8724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"/>
              <a:buNone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  <p:sp>
        <p:nvSpPr>
          <p:cNvPr id="289" name="Google Shape;289;p64"/>
          <p:cNvSpPr txBox="1"/>
          <p:nvPr>
            <p:ph idx="7" type="subTitle"/>
          </p:nvPr>
        </p:nvSpPr>
        <p:spPr>
          <a:xfrm>
            <a:off x="3177967" y="4544267"/>
            <a:ext cx="2202900" cy="8724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"/>
              <a:buNone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  <p:sp>
        <p:nvSpPr>
          <p:cNvPr id="290" name="Google Shape;290;p64"/>
          <p:cNvSpPr txBox="1"/>
          <p:nvPr>
            <p:ph idx="8" type="subTitle"/>
          </p:nvPr>
        </p:nvSpPr>
        <p:spPr>
          <a:xfrm>
            <a:off x="5734500" y="4544267"/>
            <a:ext cx="2202900" cy="8724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"/>
              <a:buNone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  <p:sp>
        <p:nvSpPr>
          <p:cNvPr id="291" name="Google Shape;291;p64"/>
          <p:cNvSpPr txBox="1"/>
          <p:nvPr>
            <p:ph idx="9" type="subTitle"/>
          </p:nvPr>
        </p:nvSpPr>
        <p:spPr>
          <a:xfrm>
            <a:off x="8291033" y="4544267"/>
            <a:ext cx="2238900" cy="8724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"/>
              <a:buNone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s 3">
  <p:cSld name="CUSTOM_6">
    <p:bg>
      <p:bgPr>
        <a:solidFill>
          <a:schemeClr val="accent2"/>
        </a:solidFill>
      </p:bgPr>
    </p:bg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3" name="Google Shape;293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949683"/>
            <a:ext cx="2603999" cy="2509534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p65"/>
          <p:cNvSpPr txBox="1"/>
          <p:nvPr>
            <p:ph idx="1" type="subTitle"/>
          </p:nvPr>
        </p:nvSpPr>
        <p:spPr>
          <a:xfrm>
            <a:off x="3588500" y="812200"/>
            <a:ext cx="7516800" cy="15636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"/>
              <a:buNone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6" name="Google Shape;296;p65"/>
          <p:cNvSpPr txBox="1"/>
          <p:nvPr>
            <p:ph idx="2" type="subTitle"/>
          </p:nvPr>
        </p:nvSpPr>
        <p:spPr>
          <a:xfrm>
            <a:off x="3588500" y="2718155"/>
            <a:ext cx="7516800" cy="15636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"/>
              <a:buNone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7" name="Google Shape;297;p65"/>
          <p:cNvSpPr txBox="1"/>
          <p:nvPr>
            <p:ph idx="3" type="subTitle"/>
          </p:nvPr>
        </p:nvSpPr>
        <p:spPr>
          <a:xfrm>
            <a:off x="3588500" y="4624111"/>
            <a:ext cx="7516800" cy="15636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"/>
              <a:buNone/>
              <a:defRPr sz="16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521">
          <p15:clr>
            <a:srgbClr val="E46962"/>
          </p15:clr>
        </p15:guide>
        <p15:guide id="2" pos="2237">
          <p15:clr>
            <a:srgbClr val="E46962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tout photo">
  <p:cSld name="CUSTOM_5">
    <p:bg>
      <p:bgPr>
        <a:solidFill>
          <a:schemeClr val="accent2"/>
        </a:solidFill>
      </p:bgPr>
    </p:bg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p6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66"/>
          <p:cNvSpPr txBox="1"/>
          <p:nvPr>
            <p:ph type="title"/>
          </p:nvPr>
        </p:nvSpPr>
        <p:spPr>
          <a:xfrm>
            <a:off x="609600" y="1044900"/>
            <a:ext cx="55227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301" name="Google Shape;301;p66"/>
          <p:cNvSpPr txBox="1"/>
          <p:nvPr>
            <p:ph idx="1" type="subTitle"/>
          </p:nvPr>
        </p:nvSpPr>
        <p:spPr>
          <a:xfrm>
            <a:off x="622533" y="1506600"/>
            <a:ext cx="4880700" cy="39969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Inter"/>
              <a:buNone/>
              <a:defRPr sz="13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teal">
  <p:cSld name="CUSTOM_2">
    <p:bg>
      <p:bgPr>
        <a:solidFill>
          <a:schemeClr val="accent1"/>
        </a:solid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3" name="Google Shape;303;p6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developer blue">
  <p:cSld name="CUSTOM_1">
    <p:bg>
      <p:bgPr>
        <a:solidFill>
          <a:srgbClr val="101C3F"/>
        </a:solid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5" name="Google Shape;305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384">
          <p15:clr>
            <a:srgbClr val="E46962"/>
          </p15:clr>
        </p15:guide>
        <p15:guide id="2" orient="horz" pos="384">
          <p15:clr>
            <a:srgbClr val="E46962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oadmap">
  <p:cSld name="CUSTOM_1_2">
    <p:bg>
      <p:bgPr>
        <a:solidFill>
          <a:srgbClr val="101C3F"/>
        </a:solid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" name="Google Shape;307;p6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69"/>
          <p:cNvSpPr txBox="1"/>
          <p:nvPr>
            <p:ph type="title"/>
          </p:nvPr>
        </p:nvSpPr>
        <p:spPr>
          <a:xfrm>
            <a:off x="611033" y="623033"/>
            <a:ext cx="93804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Inter"/>
              <a:buNone/>
              <a:defRPr b="1" sz="2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309" name="Google Shape;309;p69"/>
          <p:cNvSpPr txBox="1"/>
          <p:nvPr>
            <p:ph idx="1" type="subTitle"/>
          </p:nvPr>
        </p:nvSpPr>
        <p:spPr>
          <a:xfrm>
            <a:off x="611033" y="1169567"/>
            <a:ext cx="9380400" cy="5325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Font typeface="Inter"/>
              <a:buNone/>
              <a:defRPr sz="19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">
  <p:cSld name="CUSTOM_1_2_1">
    <p:bg>
      <p:bgPr>
        <a:solidFill>
          <a:schemeClr val="lt1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70"/>
          <p:cNvSpPr txBox="1"/>
          <p:nvPr>
            <p:ph type="title"/>
          </p:nvPr>
        </p:nvSpPr>
        <p:spPr>
          <a:xfrm>
            <a:off x="611033" y="623033"/>
            <a:ext cx="93804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313" name="Google Shape;313;p70"/>
          <p:cNvSpPr txBox="1"/>
          <p:nvPr>
            <p:ph idx="1" type="subTitle"/>
          </p:nvPr>
        </p:nvSpPr>
        <p:spPr>
          <a:xfrm>
            <a:off x="611033" y="1169567"/>
            <a:ext cx="9380400" cy="5325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 sz="1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1_1">
    <p:bg>
      <p:bgPr>
        <a:solidFill>
          <a:srgbClr val="101C3F"/>
        </a:solid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5" name="Google Shape;315;p7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57665" y="6487767"/>
            <a:ext cx="731497" cy="251467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71"/>
          <p:cNvSpPr txBox="1"/>
          <p:nvPr>
            <p:ph idx="1" type="subTitle"/>
          </p:nvPr>
        </p:nvSpPr>
        <p:spPr>
          <a:xfrm>
            <a:off x="1293967" y="2120667"/>
            <a:ext cx="9380400" cy="29115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page">
  <p:cSld name="CUSTOM_3">
    <p:bg>
      <p:bgPr>
        <a:solidFill>
          <a:schemeClr val="accent2"/>
        </a:solidFill>
      </p:bgPr>
    </p:bg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441117" y="5576799"/>
            <a:ext cx="3309767" cy="6408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ght left title only">
  <p:cSld name="Blank White_1_1_1_1_1_1_1_2_1_1_2_6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73"/>
          <p:cNvSpPr txBox="1"/>
          <p:nvPr>
            <p:ph type="title"/>
          </p:nvPr>
        </p:nvSpPr>
        <p:spPr>
          <a:xfrm>
            <a:off x="914400" y="676176"/>
            <a:ext cx="9649200" cy="1080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/>
        </p:txBody>
      </p:sp>
      <p:pic>
        <p:nvPicPr>
          <p:cNvPr id="321" name="Google Shape;321;p73"/>
          <p:cNvPicPr preferRelativeResize="0"/>
          <p:nvPr/>
        </p:nvPicPr>
        <p:blipFill rotWithShape="1">
          <a:blip r:embed="rId2">
            <a:alphaModFix/>
          </a:blip>
          <a:srcRect b="30" l="0" r="0" t="30"/>
          <a:stretch/>
        </p:blipFill>
        <p:spPr>
          <a:xfrm>
            <a:off x="10911067" y="6254338"/>
            <a:ext cx="940834" cy="3234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76">
          <p15:clr>
            <a:srgbClr val="FA7B17"/>
          </p15:clr>
        </p15:guide>
        <p15:guide id="2" orient="horz" pos="695">
          <p15:clr>
            <a:srgbClr val="FA7B17"/>
          </p15:clr>
        </p15:guide>
        <p15:guide id="3" orient="horz" pos="1275">
          <p15:clr>
            <a:srgbClr val="FA7B17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ody slide - center aligned - two lines 1">
  <p:cSld name="Blank White_1_1_1_1_1_1_1_2_1_1_1_1"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74"/>
          <p:cNvSpPr txBox="1"/>
          <p:nvPr>
            <p:ph type="title"/>
          </p:nvPr>
        </p:nvSpPr>
        <p:spPr>
          <a:xfrm>
            <a:off x="762000" y="631665"/>
            <a:ext cx="10470900" cy="1080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Font typeface="Inter ExtraBold"/>
              <a:buNone/>
              <a:defRPr sz="3200"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324" name="Google Shape;324;p74"/>
          <p:cNvSpPr txBox="1"/>
          <p:nvPr>
            <p:ph idx="1" type="subTitle"/>
          </p:nvPr>
        </p:nvSpPr>
        <p:spPr>
          <a:xfrm>
            <a:off x="1869400" y="1712075"/>
            <a:ext cx="8256000" cy="48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pic>
        <p:nvPicPr>
          <p:cNvPr id="325" name="Google Shape;325;p74"/>
          <p:cNvPicPr preferRelativeResize="0"/>
          <p:nvPr/>
        </p:nvPicPr>
        <p:blipFill rotWithShape="1">
          <a:blip r:embed="rId2">
            <a:alphaModFix/>
          </a:blip>
          <a:srcRect b="30" l="0" r="0" t="30"/>
          <a:stretch/>
        </p:blipFill>
        <p:spPr>
          <a:xfrm>
            <a:off x="10911067" y="6254338"/>
            <a:ext cx="940834" cy="3234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80">
          <p15:clr>
            <a:srgbClr val="FA7B17"/>
          </p15:clr>
        </p15:guide>
        <p15:guide id="2" orient="horz" pos="643">
          <p15:clr>
            <a:srgbClr val="FA7B17"/>
          </p15:clr>
        </p15:guide>
        <p15:guide id="3" orient="horz" pos="1303">
          <p15:clr>
            <a:srgbClr val="FA7B17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eft - mono">
  <p:cSld name="CUSTOM_6_1_1_2">
    <p:bg>
      <p:bgPr>
        <a:solidFill>
          <a:schemeClr val="lt2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1" y="-15240"/>
            <a:ext cx="12192006" cy="6888481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" name="Google Shape;328;p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11603" y="6254833"/>
            <a:ext cx="937399" cy="322467"/>
          </a:xfrm>
          <a:prstGeom prst="rect">
            <a:avLst/>
          </a:prstGeom>
          <a:noFill/>
          <a:ln>
            <a:noFill/>
          </a:ln>
        </p:spPr>
      </p:pic>
      <p:sp>
        <p:nvSpPr>
          <p:cNvPr id="329" name="Google Shape;329;p75"/>
          <p:cNvSpPr txBox="1"/>
          <p:nvPr>
            <p:ph type="title"/>
          </p:nvPr>
        </p:nvSpPr>
        <p:spPr>
          <a:xfrm>
            <a:off x="1698351" y="2627835"/>
            <a:ext cx="6608700" cy="1226100"/>
          </a:xfrm>
          <a:prstGeom prst="rect">
            <a:avLst/>
          </a:prstGeom>
        </p:spPr>
        <p:txBody>
          <a:bodyPr anchorCtr="0" anchor="b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None/>
              <a:defRPr sz="4000">
                <a:solidFill>
                  <a:srgbClr val="FFFFFF"/>
                </a:solidFill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330" name="Google Shape;330;p75"/>
          <p:cNvSpPr txBox="1"/>
          <p:nvPr>
            <p:ph idx="1" type="subTitle"/>
          </p:nvPr>
        </p:nvSpPr>
        <p:spPr>
          <a:xfrm>
            <a:off x="1698351" y="3996076"/>
            <a:ext cx="6608700" cy="5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Inter"/>
              <a:buNone/>
              <a:defRPr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1070">
          <p15:clr>
            <a:srgbClr val="E46962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BODY_5">
  <p:cSld name="TITLE_AND_BODY_5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76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333" name="Google Shape;333;p76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334" name="Google Shape;334;p76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75" lIns="60975" spcFirstLastPara="1" rIns="60975" wrap="square" tIns="60975">
            <a:noAutofit/>
          </a:bodyPr>
          <a:lstStyle>
            <a:lvl1pPr lvl="0">
              <a:buNone/>
              <a:defRPr sz="900"/>
            </a:lvl1pPr>
            <a:lvl2pPr lvl="1">
              <a:buNone/>
              <a:defRPr sz="900"/>
            </a:lvl2pPr>
            <a:lvl3pPr lvl="2">
              <a:buNone/>
              <a:defRPr sz="900"/>
            </a:lvl3pPr>
            <a:lvl4pPr lvl="3">
              <a:buNone/>
              <a:defRPr sz="900"/>
            </a:lvl4pPr>
            <a:lvl5pPr lvl="4">
              <a:buNone/>
              <a:defRPr sz="900"/>
            </a:lvl5pPr>
            <a:lvl6pPr lvl="5">
              <a:buNone/>
              <a:defRPr sz="900"/>
            </a:lvl6pPr>
            <a:lvl7pPr lvl="6">
              <a:buNone/>
              <a:defRPr sz="900"/>
            </a:lvl7pPr>
            <a:lvl8pPr lvl="7">
              <a:buNone/>
              <a:defRPr sz="900"/>
            </a:lvl8pPr>
            <a:lvl9pPr lvl="8">
              <a:buNone/>
              <a:defRPr sz="900"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CUSTOM_1_1_1">
    <p:bg>
      <p:bgPr>
        <a:solidFill>
          <a:schemeClr val="lt2"/>
        </a:solid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6" name="Google Shape;336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1" y="15240"/>
            <a:ext cx="12192006" cy="682752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77"/>
          <p:cNvSpPr txBox="1"/>
          <p:nvPr>
            <p:ph type="title"/>
          </p:nvPr>
        </p:nvSpPr>
        <p:spPr>
          <a:xfrm>
            <a:off x="1221393" y="2820033"/>
            <a:ext cx="6949500" cy="12261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None/>
              <a:defRPr sz="4500">
                <a:solidFill>
                  <a:srgbClr val="FFFFFF"/>
                </a:solidFill>
              </a:defRPr>
            </a:lvl1pPr>
            <a:lvl2pPr lvl="1">
              <a:spcBef>
                <a:spcPts val="80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/>
        </p:txBody>
      </p:sp>
      <p:sp>
        <p:nvSpPr>
          <p:cNvPr id="338" name="Google Shape;338;p77"/>
          <p:cNvSpPr txBox="1"/>
          <p:nvPr>
            <p:ph idx="1" type="subTitle"/>
          </p:nvPr>
        </p:nvSpPr>
        <p:spPr>
          <a:xfrm>
            <a:off x="1221393" y="4480967"/>
            <a:ext cx="6949500" cy="5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Inter"/>
              <a:buNone/>
              <a:defRPr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  <p:sp>
        <p:nvSpPr>
          <p:cNvPr id="339" name="Google Shape;339;p77"/>
          <p:cNvSpPr txBox="1"/>
          <p:nvPr>
            <p:ph idx="2" type="subTitle"/>
          </p:nvPr>
        </p:nvSpPr>
        <p:spPr>
          <a:xfrm>
            <a:off x="1221393" y="5077968"/>
            <a:ext cx="6949500" cy="57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Inter"/>
              <a:buNone/>
              <a:defRPr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900"/>
              <a:buNone/>
              <a:defRPr/>
            </a:lvl9pPr>
          </a:lstStyle>
          <a:p/>
        </p:txBody>
      </p:sp>
      <p:pic>
        <p:nvPicPr>
          <p:cNvPr id="340" name="Google Shape;340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08151" y="1717486"/>
            <a:ext cx="1773936" cy="609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769">
          <p15:clr>
            <a:srgbClr val="E46962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ody - center 1">
  <p:cSld name="BLANK_4_1_1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78"/>
          <p:cNvSpPr txBox="1"/>
          <p:nvPr>
            <p:ph type="title"/>
          </p:nvPr>
        </p:nvSpPr>
        <p:spPr>
          <a:xfrm>
            <a:off x="1104333" y="6471783"/>
            <a:ext cx="9818400" cy="25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nter"/>
              <a:buNone/>
              <a:defRPr sz="8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44" name="Google Shape;344;p78"/>
          <p:cNvSpPr txBox="1"/>
          <p:nvPr>
            <p:ph idx="12" type="sldNum"/>
          </p:nvPr>
        </p:nvSpPr>
        <p:spPr>
          <a:xfrm>
            <a:off x="621433" y="6404183"/>
            <a:ext cx="7317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0" spcFirstLastPara="1" rIns="0" wrap="square" tIns="121900">
            <a:spAutoFit/>
          </a:bodyPr>
          <a:lstStyle>
            <a:lvl1pPr lvl="0" algn="l">
              <a:buNone/>
              <a:defRPr sz="900">
                <a:solidFill>
                  <a:schemeClr val="dk1"/>
                </a:solidFill>
              </a:defRPr>
            </a:lvl1pPr>
            <a:lvl2pPr lvl="1" algn="l">
              <a:buNone/>
              <a:defRPr sz="900">
                <a:solidFill>
                  <a:schemeClr val="dk1"/>
                </a:solidFill>
              </a:defRPr>
            </a:lvl2pPr>
            <a:lvl3pPr lvl="2" algn="l">
              <a:buNone/>
              <a:defRPr sz="900">
                <a:solidFill>
                  <a:schemeClr val="dk1"/>
                </a:solidFill>
              </a:defRPr>
            </a:lvl3pPr>
            <a:lvl4pPr lvl="3" algn="l">
              <a:buNone/>
              <a:defRPr sz="900">
                <a:solidFill>
                  <a:schemeClr val="dk1"/>
                </a:solidFill>
              </a:defRPr>
            </a:lvl4pPr>
            <a:lvl5pPr lvl="4" algn="l">
              <a:buNone/>
              <a:defRPr sz="900">
                <a:solidFill>
                  <a:schemeClr val="dk1"/>
                </a:solidFill>
              </a:defRPr>
            </a:lvl5pPr>
            <a:lvl6pPr lvl="5" algn="l">
              <a:buNone/>
              <a:defRPr sz="900">
                <a:solidFill>
                  <a:schemeClr val="dk1"/>
                </a:solidFill>
              </a:defRPr>
            </a:lvl6pPr>
            <a:lvl7pPr lvl="6" algn="l">
              <a:buNone/>
              <a:defRPr sz="900">
                <a:solidFill>
                  <a:schemeClr val="dk1"/>
                </a:solidFill>
              </a:defRPr>
            </a:lvl7pPr>
            <a:lvl8pPr lvl="7" algn="l">
              <a:buNone/>
              <a:defRPr sz="900">
                <a:solidFill>
                  <a:schemeClr val="dk1"/>
                </a:solidFill>
              </a:defRPr>
            </a:lvl8pPr>
            <a:lvl9pPr lvl="8" algn="l">
              <a:buNone/>
              <a:defRPr sz="900">
                <a:solidFill>
                  <a:schemeClr val="dk1"/>
                </a:solidFill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5" name="Google Shape;345;p78"/>
          <p:cNvSpPr txBox="1"/>
          <p:nvPr>
            <p:ph idx="2" type="title"/>
          </p:nvPr>
        </p:nvSpPr>
        <p:spPr>
          <a:xfrm>
            <a:off x="621433" y="477167"/>
            <a:ext cx="93804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eaker bio">
  <p:cSld name="CUSTOM_2_1"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79"/>
          <p:cNvSpPr/>
          <p:nvPr/>
        </p:nvSpPr>
        <p:spPr>
          <a:xfrm>
            <a:off x="0" y="0"/>
            <a:ext cx="47649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48" name="Google Shape;348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1" y="-15240"/>
            <a:ext cx="12192006" cy="6888481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79"/>
          <p:cNvSpPr txBox="1"/>
          <p:nvPr>
            <p:ph type="title"/>
          </p:nvPr>
        </p:nvSpPr>
        <p:spPr>
          <a:xfrm>
            <a:off x="659100" y="1545830"/>
            <a:ext cx="3442500" cy="690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100"/>
              <a:buNone/>
              <a:defRPr sz="3100">
                <a:solidFill>
                  <a:srgbClr val="FFFFFF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350" name="Google Shape;350;p79"/>
          <p:cNvSpPr txBox="1"/>
          <p:nvPr>
            <p:ph idx="1" type="subTitle"/>
          </p:nvPr>
        </p:nvSpPr>
        <p:spPr>
          <a:xfrm>
            <a:off x="717700" y="4623176"/>
            <a:ext cx="3325200" cy="69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None/>
              <a:defRPr sz="1700">
                <a:solidFill>
                  <a:srgbClr val="FFFFFF"/>
                </a:solidFill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/>
        </p:txBody>
      </p:sp>
      <p:sp>
        <p:nvSpPr>
          <p:cNvPr id="351" name="Google Shape;351;p79"/>
          <p:cNvSpPr txBox="1"/>
          <p:nvPr>
            <p:ph idx="2" type="subTitle"/>
          </p:nvPr>
        </p:nvSpPr>
        <p:spPr>
          <a:xfrm>
            <a:off x="5809589" y="1329537"/>
            <a:ext cx="5472300" cy="4422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 sz="1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19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19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19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19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19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19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19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  <a:defRPr sz="1900"/>
            </a:lvl9pPr>
          </a:lstStyle>
          <a:p/>
        </p:txBody>
      </p:sp>
      <p:pic>
        <p:nvPicPr>
          <p:cNvPr id="352" name="Google Shape;352;p79"/>
          <p:cNvPicPr preferRelativeResize="0"/>
          <p:nvPr/>
        </p:nvPicPr>
        <p:blipFill rotWithShape="1">
          <a:blip r:embed="rId3">
            <a:alphaModFix/>
          </a:blip>
          <a:srcRect b="30" l="0" r="0" t="30"/>
          <a:stretch/>
        </p:blipFill>
        <p:spPr>
          <a:xfrm>
            <a:off x="10911067" y="6254338"/>
            <a:ext cx="940834" cy="3234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80">
          <p15:clr>
            <a:srgbClr val="E46962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BODY_6">
  <p:cSld name="TITLE_AND_BODY_6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80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355" name="Google Shape;355;p80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356" name="Google Shape;356;p80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75" lIns="60975" spcFirstLastPara="1" rIns="60975" wrap="square" tIns="60975">
            <a:noAutofit/>
          </a:bodyPr>
          <a:lstStyle>
            <a:lvl1pPr lvl="0">
              <a:buNone/>
              <a:defRPr sz="900"/>
            </a:lvl1pPr>
            <a:lvl2pPr lvl="1">
              <a:buNone/>
              <a:defRPr sz="900"/>
            </a:lvl2pPr>
            <a:lvl3pPr lvl="2">
              <a:buNone/>
              <a:defRPr sz="900"/>
            </a:lvl3pPr>
            <a:lvl4pPr lvl="3">
              <a:buNone/>
              <a:defRPr sz="900"/>
            </a:lvl4pPr>
            <a:lvl5pPr lvl="4">
              <a:buNone/>
              <a:defRPr sz="900"/>
            </a:lvl5pPr>
            <a:lvl6pPr lvl="5">
              <a:buNone/>
              <a:defRPr sz="900"/>
            </a:lvl6pPr>
            <a:lvl7pPr lvl="6">
              <a:buNone/>
              <a:defRPr sz="900"/>
            </a:lvl7pPr>
            <a:lvl8pPr lvl="7">
              <a:buNone/>
              <a:defRPr sz="900"/>
            </a:lvl8pPr>
            <a:lvl9pPr lvl="8">
              <a:buNone/>
              <a:defRPr sz="900"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ody - center 2">
  <p:cSld name="BLANK_4_1_2"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Google Shape;358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81"/>
          <p:cNvSpPr txBox="1"/>
          <p:nvPr>
            <p:ph type="title"/>
          </p:nvPr>
        </p:nvSpPr>
        <p:spPr>
          <a:xfrm>
            <a:off x="1104333" y="6471783"/>
            <a:ext cx="9818400" cy="25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Inter"/>
              <a:buNone/>
              <a:defRPr sz="8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60" name="Google Shape;360;p81"/>
          <p:cNvSpPr txBox="1"/>
          <p:nvPr>
            <p:ph idx="12" type="sldNum"/>
          </p:nvPr>
        </p:nvSpPr>
        <p:spPr>
          <a:xfrm>
            <a:off x="621433" y="6404183"/>
            <a:ext cx="7317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0" spcFirstLastPara="1" rIns="0" wrap="square" tIns="121900">
            <a:spAutoFit/>
          </a:bodyPr>
          <a:lstStyle>
            <a:lvl1pPr lvl="0" algn="l">
              <a:buNone/>
              <a:defRPr sz="900">
                <a:solidFill>
                  <a:schemeClr val="dk1"/>
                </a:solidFill>
              </a:defRPr>
            </a:lvl1pPr>
            <a:lvl2pPr lvl="1" algn="l">
              <a:buNone/>
              <a:defRPr sz="900">
                <a:solidFill>
                  <a:schemeClr val="dk1"/>
                </a:solidFill>
              </a:defRPr>
            </a:lvl2pPr>
            <a:lvl3pPr lvl="2" algn="l">
              <a:buNone/>
              <a:defRPr sz="900">
                <a:solidFill>
                  <a:schemeClr val="dk1"/>
                </a:solidFill>
              </a:defRPr>
            </a:lvl3pPr>
            <a:lvl4pPr lvl="3" algn="l">
              <a:buNone/>
              <a:defRPr sz="900">
                <a:solidFill>
                  <a:schemeClr val="dk1"/>
                </a:solidFill>
              </a:defRPr>
            </a:lvl4pPr>
            <a:lvl5pPr lvl="4" algn="l">
              <a:buNone/>
              <a:defRPr sz="900">
                <a:solidFill>
                  <a:schemeClr val="dk1"/>
                </a:solidFill>
              </a:defRPr>
            </a:lvl5pPr>
            <a:lvl6pPr lvl="5" algn="l">
              <a:buNone/>
              <a:defRPr sz="900">
                <a:solidFill>
                  <a:schemeClr val="dk1"/>
                </a:solidFill>
              </a:defRPr>
            </a:lvl6pPr>
            <a:lvl7pPr lvl="6" algn="l">
              <a:buNone/>
              <a:defRPr sz="900">
                <a:solidFill>
                  <a:schemeClr val="dk1"/>
                </a:solidFill>
              </a:defRPr>
            </a:lvl7pPr>
            <a:lvl8pPr lvl="7" algn="l">
              <a:buNone/>
              <a:defRPr sz="900">
                <a:solidFill>
                  <a:schemeClr val="dk1"/>
                </a:solidFill>
              </a:defRPr>
            </a:lvl8pPr>
            <a:lvl9pPr lvl="8" algn="l">
              <a:buNone/>
              <a:defRPr sz="900">
                <a:solidFill>
                  <a:schemeClr val="dk1"/>
                </a:solidFill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1" name="Google Shape;361;p81"/>
          <p:cNvSpPr txBox="1"/>
          <p:nvPr>
            <p:ph idx="2" type="title"/>
          </p:nvPr>
        </p:nvSpPr>
        <p:spPr>
          <a:xfrm>
            <a:off x="621433" y="477167"/>
            <a:ext cx="93804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Inter"/>
              <a:buNone/>
              <a:defRPr b="1" sz="2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ody slide - left aligned, single-line">
  <p:cSld name="Blank White_1_1_1_1_1_1_1_2_1"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82"/>
          <p:cNvSpPr txBox="1"/>
          <p:nvPr>
            <p:ph type="title"/>
          </p:nvPr>
        </p:nvSpPr>
        <p:spPr>
          <a:xfrm>
            <a:off x="762000" y="631665"/>
            <a:ext cx="9649200" cy="59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Font typeface="Inter ExtraBold"/>
              <a:buNone/>
              <a:defRPr sz="3200"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364" name="Google Shape;364;p82"/>
          <p:cNvSpPr txBox="1"/>
          <p:nvPr>
            <p:ph idx="1" type="subTitle"/>
          </p:nvPr>
        </p:nvSpPr>
        <p:spPr>
          <a:xfrm>
            <a:off x="762000" y="1229375"/>
            <a:ext cx="8256000" cy="48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365" name="Google Shape;365;p82"/>
          <p:cNvSpPr txBox="1"/>
          <p:nvPr>
            <p:ph idx="2" type="body"/>
          </p:nvPr>
        </p:nvSpPr>
        <p:spPr>
          <a:xfrm>
            <a:off x="762000" y="1712265"/>
            <a:ext cx="6237600" cy="3862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3619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100"/>
              <a:buFont typeface="Inter"/>
              <a:buChar char="●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349250" lvl="1" marL="91440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Char char="○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49250" lvl="2" marL="137160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Char char="ᐨ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49250" lvl="3" marL="182880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Char char="ᐨ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49250" lvl="4" marL="228600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Char char="ᐨ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49250" lvl="5" marL="274320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Char char="ᐨ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49250" lvl="6" marL="320040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Char char="ᐨ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49250" lvl="7" marL="3657600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Char char="ᐨ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49250" lvl="8" marL="4114800">
              <a:lnSpc>
                <a:spcPct val="115000"/>
              </a:lnSpc>
              <a:spcBef>
                <a:spcPts val="1100"/>
              </a:spcBef>
              <a:spcAft>
                <a:spcPts val="1100"/>
              </a:spcAft>
              <a:buClr>
                <a:schemeClr val="dk1"/>
              </a:buClr>
              <a:buSzPts val="1900"/>
              <a:buFont typeface="Inter"/>
              <a:buChar char="ᐨ"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pic>
        <p:nvPicPr>
          <p:cNvPr id="366" name="Google Shape;366;p82"/>
          <p:cNvPicPr preferRelativeResize="0"/>
          <p:nvPr/>
        </p:nvPicPr>
        <p:blipFill rotWithShape="1">
          <a:blip r:embed="rId2">
            <a:alphaModFix/>
          </a:blip>
          <a:srcRect b="0" l="150" r="160" t="0"/>
          <a:stretch/>
        </p:blipFill>
        <p:spPr>
          <a:xfrm>
            <a:off x="10911067" y="6254833"/>
            <a:ext cx="937922" cy="322467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82"/>
          <p:cNvSpPr txBox="1"/>
          <p:nvPr>
            <p:ph idx="12" type="sldNum"/>
          </p:nvPr>
        </p:nvSpPr>
        <p:spPr>
          <a:xfrm>
            <a:off x="11409045" y="6333134"/>
            <a:ext cx="731700" cy="525300"/>
          </a:xfrm>
          <a:prstGeom prst="rect">
            <a:avLst/>
          </a:prstGeom>
          <a:noFill/>
          <a:ln>
            <a:noFill/>
          </a:ln>
        </p:spPr>
        <p:txBody>
          <a:bodyPr anchorCtr="0" anchor="t" bIns="60975" lIns="60975" spcFirstLastPara="1" rIns="60975" wrap="square" tIns="60975">
            <a:noAutofit/>
          </a:bodyPr>
          <a:lstStyle>
            <a:lvl1pPr lvl="0">
              <a:buNone/>
              <a:defRPr sz="16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16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16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16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16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16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16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16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16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pos="480">
          <p15:clr>
            <a:srgbClr val="FA7B17"/>
          </p15:clr>
        </p15:guide>
        <p15:guide id="2" orient="horz" pos="643">
          <p15:clr>
            <a:srgbClr val="FA7B17"/>
          </p15:clr>
        </p15:guide>
        <p15:guide id="3" orient="horz" pos="1000">
          <p15:clr>
            <a:srgbClr val="FA7B17"/>
          </p15:clr>
        </p15:guide>
      </p15:sldGuideLst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BODY_7">
  <p:cSld name="TITLE_AND_BODY_7"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83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370" name="Google Shape;370;p83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371" name="Google Shape;371;p83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75" lIns="60975" spcFirstLastPara="1" rIns="60975" wrap="square" tIns="60975">
            <a:noAutofit/>
          </a:bodyPr>
          <a:lstStyle>
            <a:lvl1pPr lvl="0">
              <a:buNone/>
              <a:defRPr sz="900"/>
            </a:lvl1pPr>
            <a:lvl2pPr lvl="1">
              <a:buNone/>
              <a:defRPr sz="900"/>
            </a:lvl2pPr>
            <a:lvl3pPr lvl="2">
              <a:buNone/>
              <a:defRPr sz="900"/>
            </a:lvl3pPr>
            <a:lvl4pPr lvl="3">
              <a:buNone/>
              <a:defRPr sz="900"/>
            </a:lvl4pPr>
            <a:lvl5pPr lvl="4">
              <a:buNone/>
              <a:defRPr sz="900"/>
            </a:lvl5pPr>
            <a:lvl6pPr lvl="5">
              <a:buNone/>
              <a:defRPr sz="900"/>
            </a:lvl6pPr>
            <a:lvl7pPr lvl="6">
              <a:buNone/>
              <a:defRPr sz="900"/>
            </a:lvl7pPr>
            <a:lvl8pPr lvl="7">
              <a:buNone/>
              <a:defRPr sz="900"/>
            </a:lvl8pPr>
            <a:lvl9pPr lvl="8">
              <a:buNone/>
              <a:defRPr sz="900"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ark left title only">
  <p:cSld name="Blank White_1_1_1_1_1_1_1_2_1_1_2_8_1">
    <p:bg>
      <p:bgPr>
        <a:solidFill>
          <a:schemeClr val="lt2"/>
        </a:solid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84"/>
          <p:cNvSpPr txBox="1"/>
          <p:nvPr>
            <p:ph type="title"/>
          </p:nvPr>
        </p:nvSpPr>
        <p:spPr>
          <a:xfrm>
            <a:off x="914400" y="676176"/>
            <a:ext cx="9649200" cy="1080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 sz="3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 sz="3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 sz="3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 sz="3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 sz="3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 sz="3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 sz="3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 sz="3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 sz="35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74" name="Google Shape;374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911603" y="6254833"/>
            <a:ext cx="937399" cy="3224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76">
          <p15:clr>
            <a:srgbClr val="FA7B17"/>
          </p15:clr>
        </p15:guide>
        <p15:guide id="2" orient="horz" pos="695">
          <p15:clr>
            <a:srgbClr val="FA7B17"/>
          </p15:clr>
        </p15:guide>
        <p15:guide id="3" orient="horz" pos="1275">
          <p15:clr>
            <a:srgbClr val="FA7B17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ist - vertical">
  <p:cSld name="Blank White_1_1_1_1_1_1_1_2_1_1_1_1_2_1_1_1_1">
    <p:bg>
      <p:bgPr>
        <a:solidFill>
          <a:schemeClr val="lt2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Google Shape;376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911603" y="6254833"/>
            <a:ext cx="937399" cy="322467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85"/>
          <p:cNvSpPr txBox="1"/>
          <p:nvPr>
            <p:ph type="title"/>
          </p:nvPr>
        </p:nvSpPr>
        <p:spPr>
          <a:xfrm>
            <a:off x="1447796" y="2860400"/>
            <a:ext cx="2950500" cy="1137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500"/>
              <a:buNone/>
              <a:defRPr sz="3500">
                <a:solidFill>
                  <a:srgbClr val="FFFFFF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912">
          <p15:clr>
            <a:srgbClr val="E46962"/>
          </p15:clr>
        </p15:guide>
      </p15:sldGuideLst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ark center graphic title only - Observability">
  <p:cSld name="Blank White_1_1_1_1_1_1_1_2_1_1_2_7_1_1_5_2">
    <p:bg>
      <p:bgPr>
        <a:solidFill>
          <a:schemeClr val="lt2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86"/>
          <p:cNvSpPr txBox="1"/>
          <p:nvPr>
            <p:ph type="title"/>
          </p:nvPr>
        </p:nvSpPr>
        <p:spPr>
          <a:xfrm>
            <a:off x="1789200" y="676183"/>
            <a:ext cx="8606400" cy="1080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 sz="35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 sz="35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 sz="35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 sz="35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 sz="35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 sz="35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 sz="35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 sz="35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 sz="35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0" name="Google Shape;380;p8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911603" y="6254833"/>
            <a:ext cx="937399" cy="322467"/>
          </a:xfrm>
          <a:prstGeom prst="rect">
            <a:avLst/>
          </a:prstGeom>
          <a:noFill/>
          <a:ln>
            <a:noFill/>
          </a:ln>
        </p:spPr>
      </p:pic>
      <p:pic>
        <p:nvPicPr>
          <p:cNvPr id="381" name="Google Shape;381;p86"/>
          <p:cNvPicPr preferRelativeResize="0"/>
          <p:nvPr/>
        </p:nvPicPr>
        <p:blipFill rotWithShape="1">
          <a:blip r:embed="rId3">
            <a:alphaModFix/>
          </a:blip>
          <a:srcRect b="7147" l="13753" r="24381" t="18254"/>
          <a:stretch/>
        </p:blipFill>
        <p:spPr>
          <a:xfrm flipH="1" rot="10800000">
            <a:off x="0" y="5704616"/>
            <a:ext cx="2036347" cy="115338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86"/>
          <p:cNvPicPr preferRelativeResize="0"/>
          <p:nvPr/>
        </p:nvPicPr>
        <p:blipFill rotWithShape="1">
          <a:blip r:embed="rId3">
            <a:alphaModFix/>
          </a:blip>
          <a:srcRect b="18098" l="39824" r="24389" t="31659"/>
          <a:stretch/>
        </p:blipFill>
        <p:spPr>
          <a:xfrm rot="10800000">
            <a:off x="10863571" y="227916"/>
            <a:ext cx="1328429" cy="876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76">
          <p15:clr>
            <a:srgbClr val="FA7B17"/>
          </p15:clr>
        </p15:guide>
        <p15:guide id="2" orient="horz" pos="695">
          <p15:clr>
            <a:srgbClr val="FA7B17"/>
          </p15:clr>
        </p15:guide>
        <p15:guide id="3" orient="horz" pos="1275">
          <p15:clr>
            <a:srgbClr val="FA7B17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lasticON transition slide white">
  <p:cSld name="CUSTOM_1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ullet 1">
  <p:cSld name="Bullet_6"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88"/>
          <p:cNvSpPr txBox="1"/>
          <p:nvPr>
            <p:ph type="title"/>
          </p:nvPr>
        </p:nvSpPr>
        <p:spPr>
          <a:xfrm>
            <a:off x="458576" y="121921"/>
            <a:ext cx="10616100" cy="1023300"/>
          </a:xfrm>
          <a:prstGeom prst="rect">
            <a:avLst/>
          </a:prstGeom>
          <a:noFill/>
          <a:ln>
            <a:noFill/>
          </a:ln>
        </p:spPr>
        <p:txBody>
          <a:bodyPr anchorCtr="0" anchor="b" bIns="60925" lIns="121900" spcFirstLastPara="1" rIns="121900" wrap="square" tIns="609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Open Sans"/>
              <a:buNone/>
              <a:defRPr b="1" sz="3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386" name="Google Shape;386;p88"/>
          <p:cNvSpPr txBox="1"/>
          <p:nvPr>
            <p:ph idx="1" type="body"/>
          </p:nvPr>
        </p:nvSpPr>
        <p:spPr>
          <a:xfrm>
            <a:off x="458576" y="1107977"/>
            <a:ext cx="10616100" cy="4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60925" lIns="121900" spcFirstLastPara="1" rIns="121900" wrap="square" tIns="60925">
            <a:normAutofit/>
          </a:bodyPr>
          <a:lstStyle>
            <a:lvl1pPr indent="-228600" lvl="0" marL="45720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pen Sans"/>
              <a:buNone/>
              <a:defRPr sz="2400">
                <a:solidFill>
                  <a:schemeClr val="accent3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810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■"/>
              <a:defRPr/>
            </a:lvl3pPr>
            <a:lvl4pPr indent="-381000" lvl="3" marL="18288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●"/>
              <a:defRPr/>
            </a:lvl4pPr>
            <a:lvl5pPr indent="-381000" lvl="4" marL="2286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○"/>
              <a:defRPr/>
            </a:lvl5pPr>
            <a:lvl6pPr indent="-381000" lvl="5" marL="2743200" algn="l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Char char="■"/>
              <a:defRPr/>
            </a:lvl6pPr>
            <a:lvl7pPr indent="-381000" lvl="6" marL="3200400" algn="l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  <a:defRPr/>
            </a:lvl7pPr>
            <a:lvl8pPr indent="-381000" lvl="7" marL="3657600" algn="l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2400"/>
              <a:buChar char="○"/>
              <a:defRPr/>
            </a:lvl8pPr>
            <a:lvl9pPr indent="-381000" lvl="8" marL="4114800" algn="l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2400"/>
              <a:buChar char="■"/>
              <a:defRPr/>
            </a:lvl9pPr>
          </a:lstStyle>
          <a:p/>
        </p:txBody>
      </p:sp>
    </p:spTree>
  </p:cSld>
  <p:clrMapOvr>
    <a:masterClrMapping/>
  </p:clrMapOvr>
  <p:transition>
    <p:fade/>
  </p:transition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ic transition – dark monochromatic 1">
  <p:cSld name="CUSTOM_6_1_1_3"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8" name="Google Shape;388;p8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1995" cy="6857994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89"/>
          <p:cNvSpPr txBox="1"/>
          <p:nvPr>
            <p:ph type="title"/>
          </p:nvPr>
        </p:nvSpPr>
        <p:spPr>
          <a:xfrm>
            <a:off x="3048000" y="2561000"/>
            <a:ext cx="6096000" cy="1736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Inter ExtraBold"/>
              <a:buNone/>
              <a:defRPr sz="4800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- logo">
  <p:cSld name="Blank White_1_1_1_1_1_1_1_2_1_1_1_1_1"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1" name="Google Shape;391;p90"/>
          <p:cNvPicPr preferRelativeResize="0"/>
          <p:nvPr/>
        </p:nvPicPr>
        <p:blipFill rotWithShape="1">
          <a:blip r:embed="rId2">
            <a:alphaModFix/>
          </a:blip>
          <a:srcRect b="30" l="0" r="0" t="30"/>
          <a:stretch/>
        </p:blipFill>
        <p:spPr>
          <a:xfrm>
            <a:off x="10911067" y="6254338"/>
            <a:ext cx="940834" cy="3234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80">
          <p15:clr>
            <a:srgbClr val="FA7B17"/>
          </p15:clr>
        </p15:guide>
        <p15:guide id="2" orient="horz" pos="643">
          <p15:clr>
            <a:srgbClr val="FA7B17"/>
          </p15:clr>
        </p15:guide>
        <p15:guide id="3" orient="horz" pos="1303">
          <p15:clr>
            <a:srgbClr val="FA7B17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BODY_8">
  <p:cSld name="TITLE_AND_BODY_8"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91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394" name="Google Shape;394;p91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395" name="Google Shape;395;p91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75" lIns="60975" spcFirstLastPara="1" rIns="60975" wrap="square" tIns="60975">
            <a:noAutofit/>
          </a:bodyPr>
          <a:lstStyle>
            <a:lvl1pPr lvl="0">
              <a:buNone/>
              <a:defRPr sz="900"/>
            </a:lvl1pPr>
            <a:lvl2pPr lvl="1">
              <a:buNone/>
              <a:defRPr sz="900"/>
            </a:lvl2pPr>
            <a:lvl3pPr lvl="2">
              <a:buNone/>
              <a:defRPr sz="900"/>
            </a:lvl3pPr>
            <a:lvl4pPr lvl="3">
              <a:buNone/>
              <a:defRPr sz="900"/>
            </a:lvl4pPr>
            <a:lvl5pPr lvl="4">
              <a:buNone/>
              <a:defRPr sz="900"/>
            </a:lvl5pPr>
            <a:lvl6pPr lvl="5">
              <a:buNone/>
              <a:defRPr sz="900"/>
            </a:lvl6pPr>
            <a:lvl7pPr lvl="6">
              <a:buNone/>
              <a:defRPr sz="900"/>
            </a:lvl7pPr>
            <a:lvl8pPr lvl="7">
              <a:buNone/>
              <a:defRPr sz="900"/>
            </a:lvl8pPr>
            <a:lvl9pPr lvl="8">
              <a:buNone/>
              <a:defRPr sz="900"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4_3">
  <p:cSld name="BLANK_4_3"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9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247898" y="6484400"/>
            <a:ext cx="741300" cy="2548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Slide 1_1_1_TITLEANDBULLETS_B">
  <p:cSld name="TITLE_AND_BODY_2_1_2"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93"/>
          <p:cNvSpPr/>
          <p:nvPr>
            <p:ph idx="2" type="pic"/>
          </p:nvPr>
        </p:nvSpPr>
        <p:spPr>
          <a:xfrm>
            <a:off x="0" y="0"/>
            <a:ext cx="6864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400" name="Google Shape;400;p93"/>
          <p:cNvSpPr txBox="1"/>
          <p:nvPr>
            <p:ph type="title"/>
          </p:nvPr>
        </p:nvSpPr>
        <p:spPr>
          <a:xfrm>
            <a:off x="7237267" y="386033"/>
            <a:ext cx="4541100" cy="145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401" name="Google Shape;401;p93"/>
          <p:cNvSpPr txBox="1"/>
          <p:nvPr>
            <p:ph idx="1" type="body"/>
          </p:nvPr>
        </p:nvSpPr>
        <p:spPr>
          <a:xfrm>
            <a:off x="7237267" y="2087563"/>
            <a:ext cx="4541100" cy="438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94"/>
          <p:cNvSpPr txBox="1"/>
          <p:nvPr>
            <p:ph type="title"/>
          </p:nvPr>
        </p:nvSpPr>
        <p:spPr>
          <a:xfrm>
            <a:off x="625965" y="632102"/>
            <a:ext cx="10947900" cy="10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900"/>
              <a:buFont typeface="Inter"/>
              <a:buNone/>
              <a:defRPr>
                <a:solidFill>
                  <a:schemeClr val="accent3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9pPr>
          </a:lstStyle>
          <a:p/>
        </p:txBody>
      </p:sp>
      <p:sp>
        <p:nvSpPr>
          <p:cNvPr id="404" name="Google Shape;404;p94"/>
          <p:cNvSpPr txBox="1"/>
          <p:nvPr>
            <p:ph idx="1" type="body"/>
          </p:nvPr>
        </p:nvSpPr>
        <p:spPr>
          <a:xfrm>
            <a:off x="625965" y="1825625"/>
            <a:ext cx="109479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900"/>
              <a:buNone/>
              <a:defRPr/>
            </a:lvl1pPr>
            <a:lvl2pPr indent="-34925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indent="-34925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3pPr>
            <a:lvl4pPr indent="-34925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4pPr>
            <a:lvl5pPr indent="-34925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5pPr>
            <a:lvl6pPr indent="-34925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  <a:defRPr/>
            </a:lvl6pPr>
            <a:lvl7pPr indent="-34925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  <a:defRPr/>
            </a:lvl7pPr>
            <a:lvl8pPr indent="-34925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  <a:defRPr/>
            </a:lvl8pPr>
            <a:lvl9pPr indent="-34925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900"/>
              <a:buChar char="•"/>
              <a:defRPr/>
            </a:lvl9pPr>
          </a:lstStyle>
          <a:p/>
        </p:txBody>
      </p:sp>
      <p:sp>
        <p:nvSpPr>
          <p:cNvPr id="405" name="Google Shape;405;p94"/>
          <p:cNvSpPr txBox="1"/>
          <p:nvPr>
            <p:ph idx="10" type="dt"/>
          </p:nvPr>
        </p:nvSpPr>
        <p:spPr>
          <a:xfrm>
            <a:off x="625965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100" u="none" cap="none" strike="noStrik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406" name="Google Shape;406;p94"/>
          <p:cNvSpPr txBox="1"/>
          <p:nvPr>
            <p:ph idx="11" type="ftr"/>
          </p:nvPr>
        </p:nvSpPr>
        <p:spPr>
          <a:xfrm>
            <a:off x="3412635" y="6356350"/>
            <a:ext cx="54099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100" u="none" cap="none" strike="noStrik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407" name="Google Shape;407;p94"/>
          <p:cNvSpPr txBox="1"/>
          <p:nvPr>
            <p:ph idx="12" type="sldNum"/>
          </p:nvPr>
        </p:nvSpPr>
        <p:spPr>
          <a:xfrm>
            <a:off x="8880624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08" name="Google Shape;408;p94"/>
          <p:cNvGrpSpPr/>
          <p:nvPr/>
        </p:nvGrpSpPr>
        <p:grpSpPr>
          <a:xfrm>
            <a:off x="10588429" y="6300748"/>
            <a:ext cx="1035060" cy="353444"/>
            <a:chOff x="10588435" y="6300748"/>
            <a:chExt cx="1035060" cy="353444"/>
          </a:xfrm>
        </p:grpSpPr>
        <p:sp>
          <p:nvSpPr>
            <p:cNvPr id="409" name="Google Shape;409;p94"/>
            <p:cNvSpPr/>
            <p:nvPr/>
          </p:nvSpPr>
          <p:spPr>
            <a:xfrm>
              <a:off x="10588435" y="6300748"/>
              <a:ext cx="354944" cy="353444"/>
            </a:xfrm>
            <a:custGeom>
              <a:rect b="b" l="l" r="r" t="t"/>
              <a:pathLst>
                <a:path extrusionOk="0" h="2244090" w="2253614">
                  <a:moveTo>
                    <a:pt x="2253615" y="1176338"/>
                  </a:moveTo>
                  <a:cubicBezTo>
                    <a:pt x="2253615" y="987743"/>
                    <a:pt x="2136458" y="822008"/>
                    <a:pt x="1960245" y="758190"/>
                  </a:cubicBezTo>
                  <a:cubicBezTo>
                    <a:pt x="1967865" y="718185"/>
                    <a:pt x="1971675" y="678180"/>
                    <a:pt x="1971675" y="637223"/>
                  </a:cubicBezTo>
                  <a:cubicBezTo>
                    <a:pt x="1971675" y="285750"/>
                    <a:pt x="1685925" y="0"/>
                    <a:pt x="1335405" y="0"/>
                  </a:cubicBezTo>
                  <a:cubicBezTo>
                    <a:pt x="1129665" y="0"/>
                    <a:pt x="939165" y="98108"/>
                    <a:pt x="819150" y="263843"/>
                  </a:cubicBezTo>
                  <a:cubicBezTo>
                    <a:pt x="760095" y="218123"/>
                    <a:pt x="687705" y="193358"/>
                    <a:pt x="612458" y="193358"/>
                  </a:cubicBezTo>
                  <a:cubicBezTo>
                    <a:pt x="425767" y="193358"/>
                    <a:pt x="274320" y="344805"/>
                    <a:pt x="274320" y="531495"/>
                  </a:cubicBezTo>
                  <a:cubicBezTo>
                    <a:pt x="274320" y="572453"/>
                    <a:pt x="281940" y="612458"/>
                    <a:pt x="295275" y="649605"/>
                  </a:cubicBezTo>
                  <a:cubicBezTo>
                    <a:pt x="120015" y="712470"/>
                    <a:pt x="0" y="881063"/>
                    <a:pt x="0" y="1068705"/>
                  </a:cubicBezTo>
                  <a:cubicBezTo>
                    <a:pt x="0" y="1258253"/>
                    <a:pt x="118110" y="1423988"/>
                    <a:pt x="294323" y="1487805"/>
                  </a:cubicBezTo>
                  <a:cubicBezTo>
                    <a:pt x="286703" y="1526857"/>
                    <a:pt x="282892" y="1567815"/>
                    <a:pt x="282892" y="1608773"/>
                  </a:cubicBezTo>
                  <a:cubicBezTo>
                    <a:pt x="282892" y="1959293"/>
                    <a:pt x="567690" y="2244090"/>
                    <a:pt x="918210" y="2244090"/>
                  </a:cubicBezTo>
                  <a:cubicBezTo>
                    <a:pt x="1123950" y="2244090"/>
                    <a:pt x="1314450" y="2145030"/>
                    <a:pt x="1433513" y="1979295"/>
                  </a:cubicBezTo>
                  <a:cubicBezTo>
                    <a:pt x="1492568" y="2025968"/>
                    <a:pt x="1564958" y="2051685"/>
                    <a:pt x="1640205" y="2051685"/>
                  </a:cubicBezTo>
                  <a:cubicBezTo>
                    <a:pt x="1826895" y="2051685"/>
                    <a:pt x="1978343" y="1900238"/>
                    <a:pt x="1978343" y="1713548"/>
                  </a:cubicBezTo>
                  <a:cubicBezTo>
                    <a:pt x="1978343" y="1672590"/>
                    <a:pt x="1970723" y="1632585"/>
                    <a:pt x="1957388" y="1595438"/>
                  </a:cubicBezTo>
                  <a:cubicBezTo>
                    <a:pt x="2132648" y="1532573"/>
                    <a:pt x="2253615" y="1363980"/>
                    <a:pt x="2253615" y="1176338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0" name="Google Shape;410;p94"/>
            <p:cNvSpPr/>
            <p:nvPr/>
          </p:nvSpPr>
          <p:spPr>
            <a:xfrm>
              <a:off x="10713284" y="6314905"/>
              <a:ext cx="172821" cy="173572"/>
            </a:xfrm>
            <a:custGeom>
              <a:rect b="b" l="l" r="r" t="t"/>
              <a:pathLst>
                <a:path extrusionOk="0" h="1102042" w="1097279">
                  <a:moveTo>
                    <a:pt x="96202" y="877252"/>
                  </a:moveTo>
                  <a:lnTo>
                    <a:pt x="589598" y="1102042"/>
                  </a:lnTo>
                  <a:lnTo>
                    <a:pt x="1086803" y="665797"/>
                  </a:lnTo>
                  <a:cubicBezTo>
                    <a:pt x="1094423" y="629602"/>
                    <a:pt x="1097280" y="594360"/>
                    <a:pt x="1097280" y="556260"/>
                  </a:cubicBezTo>
                  <a:cubicBezTo>
                    <a:pt x="1097280" y="249555"/>
                    <a:pt x="847725" y="0"/>
                    <a:pt x="541020" y="0"/>
                  </a:cubicBezTo>
                  <a:cubicBezTo>
                    <a:pt x="357188" y="0"/>
                    <a:pt x="186690" y="90488"/>
                    <a:pt x="82867" y="241935"/>
                  </a:cubicBezTo>
                  <a:lnTo>
                    <a:pt x="0" y="671513"/>
                  </a:lnTo>
                  <a:lnTo>
                    <a:pt x="96202" y="877252"/>
                  </a:lnTo>
                  <a:close/>
                </a:path>
              </a:pathLst>
            </a:custGeom>
            <a:solidFill>
              <a:srgbClr val="FED10A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1" name="Google Shape;411;p94"/>
            <p:cNvSpPr/>
            <p:nvPr/>
          </p:nvSpPr>
          <p:spPr>
            <a:xfrm>
              <a:off x="10646116" y="6466862"/>
              <a:ext cx="173422" cy="174322"/>
            </a:xfrm>
            <a:custGeom>
              <a:rect b="b" l="l" r="r" t="t"/>
              <a:pathLst>
                <a:path extrusionOk="0" h="1106804" w="1101089">
                  <a:moveTo>
                    <a:pt x="10477" y="438150"/>
                  </a:moveTo>
                  <a:cubicBezTo>
                    <a:pt x="2857" y="474345"/>
                    <a:pt x="0" y="511492"/>
                    <a:pt x="0" y="549592"/>
                  </a:cubicBezTo>
                  <a:cubicBezTo>
                    <a:pt x="0" y="857250"/>
                    <a:pt x="250507" y="1106805"/>
                    <a:pt x="558165" y="1106805"/>
                  </a:cubicBezTo>
                  <a:cubicBezTo>
                    <a:pt x="742950" y="1106805"/>
                    <a:pt x="915352" y="1015365"/>
                    <a:pt x="1019175" y="862965"/>
                  </a:cubicBezTo>
                  <a:lnTo>
                    <a:pt x="1101090" y="435292"/>
                  </a:lnTo>
                  <a:lnTo>
                    <a:pt x="991552" y="225742"/>
                  </a:lnTo>
                  <a:lnTo>
                    <a:pt x="496253" y="0"/>
                  </a:lnTo>
                  <a:lnTo>
                    <a:pt x="10477" y="438150"/>
                  </a:lnTo>
                  <a:close/>
                </a:path>
              </a:pathLst>
            </a:custGeom>
            <a:solidFill>
              <a:srgbClr val="24BBB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2" name="Google Shape;412;p94"/>
            <p:cNvSpPr/>
            <p:nvPr/>
          </p:nvSpPr>
          <p:spPr>
            <a:xfrm>
              <a:off x="10644760" y="6344573"/>
              <a:ext cx="67508" cy="69009"/>
            </a:xfrm>
            <a:custGeom>
              <a:rect b="b" l="l" r="r" t="t"/>
              <a:pathLst>
                <a:path extrusionOk="0" h="438150" w="428625">
                  <a:moveTo>
                    <a:pt x="16192" y="358140"/>
                  </a:moveTo>
                  <a:lnTo>
                    <a:pt x="354330" y="438150"/>
                  </a:lnTo>
                  <a:lnTo>
                    <a:pt x="428625" y="54293"/>
                  </a:lnTo>
                  <a:cubicBezTo>
                    <a:pt x="382905" y="19050"/>
                    <a:pt x="325755" y="0"/>
                    <a:pt x="266700" y="0"/>
                  </a:cubicBezTo>
                  <a:cubicBezTo>
                    <a:pt x="120015" y="0"/>
                    <a:pt x="0" y="119063"/>
                    <a:pt x="0" y="266700"/>
                  </a:cubicBezTo>
                  <a:cubicBezTo>
                    <a:pt x="0" y="298133"/>
                    <a:pt x="5715" y="329565"/>
                    <a:pt x="16192" y="358140"/>
                  </a:cubicBezTo>
                </a:path>
              </a:pathLst>
            </a:custGeom>
            <a:solidFill>
              <a:srgbClr val="EF5098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3" name="Google Shape;413;p94"/>
            <p:cNvSpPr/>
            <p:nvPr/>
          </p:nvSpPr>
          <p:spPr>
            <a:xfrm>
              <a:off x="10602140" y="6414001"/>
              <a:ext cx="112514" cy="110564"/>
            </a:xfrm>
            <a:custGeom>
              <a:rect b="b" l="l" r="r" t="t"/>
              <a:pathLst>
                <a:path extrusionOk="0" h="701992" w="714374">
                  <a:moveTo>
                    <a:pt x="256222" y="0"/>
                  </a:moveTo>
                  <a:cubicBezTo>
                    <a:pt x="105727" y="49530"/>
                    <a:pt x="0" y="194310"/>
                    <a:pt x="0" y="353378"/>
                  </a:cubicBezTo>
                  <a:cubicBezTo>
                    <a:pt x="0" y="508635"/>
                    <a:pt x="96202" y="646748"/>
                    <a:pt x="240030" y="701993"/>
                  </a:cubicBezTo>
                  <a:lnTo>
                    <a:pt x="714375" y="273368"/>
                  </a:lnTo>
                  <a:lnTo>
                    <a:pt x="627697" y="87630"/>
                  </a:lnTo>
                  <a:lnTo>
                    <a:pt x="256222" y="0"/>
                  </a:lnTo>
                  <a:close/>
                </a:path>
              </a:pathLst>
            </a:custGeom>
            <a:solidFill>
              <a:srgbClr val="17A8E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4" name="Google Shape;414;p94"/>
            <p:cNvSpPr/>
            <p:nvPr/>
          </p:nvSpPr>
          <p:spPr>
            <a:xfrm>
              <a:off x="10820814" y="6542766"/>
              <a:ext cx="67358" cy="69009"/>
            </a:xfrm>
            <a:custGeom>
              <a:rect b="b" l="l" r="r" t="t"/>
              <a:pathLst>
                <a:path extrusionOk="0" h="438150" w="427672">
                  <a:moveTo>
                    <a:pt x="0" y="382905"/>
                  </a:moveTo>
                  <a:cubicBezTo>
                    <a:pt x="46673" y="418148"/>
                    <a:pt x="102870" y="438150"/>
                    <a:pt x="160973" y="438150"/>
                  </a:cubicBezTo>
                  <a:cubicBezTo>
                    <a:pt x="307658" y="438150"/>
                    <a:pt x="427673" y="319088"/>
                    <a:pt x="427673" y="171450"/>
                  </a:cubicBezTo>
                  <a:cubicBezTo>
                    <a:pt x="427673" y="139065"/>
                    <a:pt x="421958" y="107632"/>
                    <a:pt x="411480" y="79057"/>
                  </a:cubicBezTo>
                  <a:lnTo>
                    <a:pt x="74295" y="0"/>
                  </a:lnTo>
                  <a:lnTo>
                    <a:pt x="0" y="382905"/>
                  </a:lnTo>
                  <a:close/>
                </a:path>
              </a:pathLst>
            </a:custGeom>
            <a:solidFill>
              <a:srgbClr val="93C83E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5" name="Google Shape;415;p94"/>
            <p:cNvSpPr/>
            <p:nvPr/>
          </p:nvSpPr>
          <p:spPr>
            <a:xfrm>
              <a:off x="10816145" y="6431471"/>
              <a:ext cx="114314" cy="110564"/>
            </a:xfrm>
            <a:custGeom>
              <a:rect b="b" l="l" r="r" t="t"/>
              <a:pathLst>
                <a:path extrusionOk="0" h="701992" w="725805">
                  <a:moveTo>
                    <a:pt x="98108" y="615315"/>
                  </a:moveTo>
                  <a:lnTo>
                    <a:pt x="469583" y="701992"/>
                  </a:lnTo>
                  <a:cubicBezTo>
                    <a:pt x="621030" y="652462"/>
                    <a:pt x="725805" y="507683"/>
                    <a:pt x="725805" y="347663"/>
                  </a:cubicBezTo>
                  <a:cubicBezTo>
                    <a:pt x="725805" y="193357"/>
                    <a:pt x="629603" y="54292"/>
                    <a:pt x="485775" y="0"/>
                  </a:cubicBezTo>
                  <a:lnTo>
                    <a:pt x="0" y="425767"/>
                  </a:lnTo>
                  <a:lnTo>
                    <a:pt x="98108" y="615315"/>
                  </a:lnTo>
                  <a:close/>
                </a:path>
              </a:pathLst>
            </a:custGeom>
            <a:solidFill>
              <a:srgbClr val="0779A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6" name="Google Shape;416;p94"/>
            <p:cNvSpPr/>
            <p:nvPr/>
          </p:nvSpPr>
          <p:spPr>
            <a:xfrm>
              <a:off x="10997771" y="6439905"/>
              <a:ext cx="100213" cy="127216"/>
            </a:xfrm>
            <a:custGeom>
              <a:rect b="b" l="l" r="r" t="t"/>
              <a:pathLst>
                <a:path extrusionOk="0" h="807719" w="636270">
                  <a:moveTo>
                    <a:pt x="561975" y="696277"/>
                  </a:moveTo>
                  <a:lnTo>
                    <a:pt x="606743" y="691515"/>
                  </a:lnTo>
                  <a:lnTo>
                    <a:pt x="609600" y="782955"/>
                  </a:lnTo>
                  <a:cubicBezTo>
                    <a:pt x="491490" y="799147"/>
                    <a:pt x="390525" y="807720"/>
                    <a:pt x="306705" y="807720"/>
                  </a:cubicBezTo>
                  <a:cubicBezTo>
                    <a:pt x="195263" y="807720"/>
                    <a:pt x="116205" y="775335"/>
                    <a:pt x="69532" y="710565"/>
                  </a:cubicBezTo>
                  <a:cubicBezTo>
                    <a:pt x="22860" y="645795"/>
                    <a:pt x="0" y="544830"/>
                    <a:pt x="0" y="408622"/>
                  </a:cubicBezTo>
                  <a:cubicBezTo>
                    <a:pt x="0" y="136207"/>
                    <a:pt x="108585" y="0"/>
                    <a:pt x="324802" y="0"/>
                  </a:cubicBezTo>
                  <a:cubicBezTo>
                    <a:pt x="429577" y="0"/>
                    <a:pt x="507683" y="29527"/>
                    <a:pt x="559118" y="87630"/>
                  </a:cubicBezTo>
                  <a:cubicBezTo>
                    <a:pt x="610552" y="145732"/>
                    <a:pt x="636270" y="238125"/>
                    <a:pt x="636270" y="362902"/>
                  </a:cubicBezTo>
                  <a:lnTo>
                    <a:pt x="629602" y="451485"/>
                  </a:lnTo>
                  <a:lnTo>
                    <a:pt x="117158" y="451485"/>
                  </a:lnTo>
                  <a:cubicBezTo>
                    <a:pt x="117158" y="537210"/>
                    <a:pt x="132397" y="601027"/>
                    <a:pt x="163830" y="641985"/>
                  </a:cubicBezTo>
                  <a:cubicBezTo>
                    <a:pt x="195263" y="682943"/>
                    <a:pt x="248602" y="703897"/>
                    <a:pt x="325755" y="703897"/>
                  </a:cubicBezTo>
                  <a:cubicBezTo>
                    <a:pt x="403860" y="705802"/>
                    <a:pt x="481965" y="702945"/>
                    <a:pt x="561975" y="696277"/>
                  </a:cubicBezTo>
                  <a:close/>
                  <a:moveTo>
                    <a:pt x="520065" y="360045"/>
                  </a:moveTo>
                  <a:cubicBezTo>
                    <a:pt x="520065" y="264795"/>
                    <a:pt x="504825" y="197167"/>
                    <a:pt x="474345" y="158115"/>
                  </a:cubicBezTo>
                  <a:cubicBezTo>
                    <a:pt x="443865" y="119063"/>
                    <a:pt x="394335" y="99060"/>
                    <a:pt x="325755" y="99060"/>
                  </a:cubicBezTo>
                  <a:cubicBezTo>
                    <a:pt x="257175" y="99060"/>
                    <a:pt x="204788" y="120015"/>
                    <a:pt x="170497" y="160972"/>
                  </a:cubicBezTo>
                  <a:cubicBezTo>
                    <a:pt x="136208" y="201930"/>
                    <a:pt x="118110" y="268605"/>
                    <a:pt x="117158" y="360045"/>
                  </a:cubicBezTo>
                  <a:lnTo>
                    <a:pt x="520065" y="360045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7" name="Google Shape;417;p94"/>
            <p:cNvSpPr/>
            <p:nvPr/>
          </p:nvSpPr>
          <p:spPr>
            <a:xfrm>
              <a:off x="11123976" y="6389152"/>
              <a:ext cx="18302" cy="175522"/>
            </a:xfrm>
            <a:custGeom>
              <a:rect b="b" l="l" r="r" t="t"/>
              <a:pathLst>
                <a:path extrusionOk="0" h="1114425" w="116204">
                  <a:moveTo>
                    <a:pt x="0" y="1114425"/>
                  </a:moveTo>
                  <a:lnTo>
                    <a:pt x="0" y="0"/>
                  </a:lnTo>
                  <a:lnTo>
                    <a:pt x="116205" y="0"/>
                  </a:lnTo>
                  <a:lnTo>
                    <a:pt x="116205" y="1114425"/>
                  </a:lnTo>
                  <a:lnTo>
                    <a:pt x="0" y="1114425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8" name="Google Shape;418;p94"/>
            <p:cNvSpPr/>
            <p:nvPr/>
          </p:nvSpPr>
          <p:spPr>
            <a:xfrm>
              <a:off x="11163885" y="6440055"/>
              <a:ext cx="109364" cy="127216"/>
            </a:xfrm>
            <a:custGeom>
              <a:rect b="b" l="l" r="r" t="t"/>
              <a:pathLst>
                <a:path extrusionOk="0" h="807719" w="694372">
                  <a:moveTo>
                    <a:pt x="598170" y="250508"/>
                  </a:moveTo>
                  <a:lnTo>
                    <a:pt x="598170" y="632460"/>
                  </a:lnTo>
                  <a:cubicBezTo>
                    <a:pt x="598170" y="671513"/>
                    <a:pt x="694372" y="679132"/>
                    <a:pt x="694372" y="679132"/>
                  </a:cubicBezTo>
                  <a:lnTo>
                    <a:pt x="688657" y="782003"/>
                  </a:lnTo>
                  <a:cubicBezTo>
                    <a:pt x="606742" y="782003"/>
                    <a:pt x="539115" y="788670"/>
                    <a:pt x="498157" y="749618"/>
                  </a:cubicBezTo>
                  <a:cubicBezTo>
                    <a:pt x="404813" y="790575"/>
                    <a:pt x="312420" y="807720"/>
                    <a:pt x="219075" y="807720"/>
                  </a:cubicBezTo>
                  <a:cubicBezTo>
                    <a:pt x="147638" y="807720"/>
                    <a:pt x="93345" y="787718"/>
                    <a:pt x="56197" y="746760"/>
                  </a:cubicBezTo>
                  <a:cubicBezTo>
                    <a:pt x="19050" y="706755"/>
                    <a:pt x="0" y="648653"/>
                    <a:pt x="0" y="572453"/>
                  </a:cubicBezTo>
                  <a:cubicBezTo>
                    <a:pt x="0" y="497205"/>
                    <a:pt x="19050" y="441007"/>
                    <a:pt x="57150" y="405765"/>
                  </a:cubicBezTo>
                  <a:cubicBezTo>
                    <a:pt x="95250" y="370523"/>
                    <a:pt x="155257" y="347663"/>
                    <a:pt x="237172" y="340043"/>
                  </a:cubicBezTo>
                  <a:lnTo>
                    <a:pt x="481013" y="317183"/>
                  </a:lnTo>
                  <a:lnTo>
                    <a:pt x="481013" y="250508"/>
                  </a:lnTo>
                  <a:cubicBezTo>
                    <a:pt x="481013" y="198120"/>
                    <a:pt x="469582" y="160020"/>
                    <a:pt x="446722" y="137160"/>
                  </a:cubicBezTo>
                  <a:cubicBezTo>
                    <a:pt x="423863" y="114300"/>
                    <a:pt x="392430" y="102870"/>
                    <a:pt x="353378" y="102870"/>
                  </a:cubicBezTo>
                  <a:lnTo>
                    <a:pt x="47625" y="102870"/>
                  </a:lnTo>
                  <a:lnTo>
                    <a:pt x="47625" y="0"/>
                  </a:lnTo>
                  <a:lnTo>
                    <a:pt x="345757" y="0"/>
                  </a:lnTo>
                  <a:cubicBezTo>
                    <a:pt x="433388" y="0"/>
                    <a:pt x="497205" y="20003"/>
                    <a:pt x="537210" y="60960"/>
                  </a:cubicBezTo>
                  <a:cubicBezTo>
                    <a:pt x="578167" y="100965"/>
                    <a:pt x="598170" y="164783"/>
                    <a:pt x="598170" y="250508"/>
                  </a:cubicBezTo>
                  <a:close/>
                  <a:moveTo>
                    <a:pt x="120015" y="566738"/>
                  </a:moveTo>
                  <a:cubicBezTo>
                    <a:pt x="120015" y="661988"/>
                    <a:pt x="159067" y="709613"/>
                    <a:pt x="238125" y="709613"/>
                  </a:cubicBezTo>
                  <a:cubicBezTo>
                    <a:pt x="308610" y="709613"/>
                    <a:pt x="378142" y="698182"/>
                    <a:pt x="445770" y="674370"/>
                  </a:cubicBezTo>
                  <a:lnTo>
                    <a:pt x="481013" y="661988"/>
                  </a:lnTo>
                  <a:lnTo>
                    <a:pt x="481013" y="405765"/>
                  </a:lnTo>
                  <a:lnTo>
                    <a:pt x="251460" y="427673"/>
                  </a:lnTo>
                  <a:cubicBezTo>
                    <a:pt x="204788" y="431482"/>
                    <a:pt x="171450" y="444818"/>
                    <a:pt x="150495" y="467678"/>
                  </a:cubicBezTo>
                  <a:cubicBezTo>
                    <a:pt x="129540" y="490538"/>
                    <a:pt x="120015" y="523875"/>
                    <a:pt x="120015" y="56673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19" name="Google Shape;419;p94"/>
            <p:cNvSpPr/>
            <p:nvPr/>
          </p:nvSpPr>
          <p:spPr>
            <a:xfrm>
              <a:off x="11285120" y="6440206"/>
              <a:ext cx="92111" cy="127066"/>
            </a:xfrm>
            <a:custGeom>
              <a:rect b="b" l="l" r="r" t="t"/>
              <a:pathLst>
                <a:path extrusionOk="0" h="806767" w="584834">
                  <a:moveTo>
                    <a:pt x="285750" y="102870"/>
                  </a:moveTo>
                  <a:cubicBezTo>
                    <a:pt x="173355" y="102870"/>
                    <a:pt x="116205" y="141922"/>
                    <a:pt x="116205" y="220980"/>
                  </a:cubicBezTo>
                  <a:cubicBezTo>
                    <a:pt x="116205" y="257175"/>
                    <a:pt x="129540" y="282893"/>
                    <a:pt x="155257" y="298133"/>
                  </a:cubicBezTo>
                  <a:cubicBezTo>
                    <a:pt x="180975" y="313372"/>
                    <a:pt x="240030" y="328613"/>
                    <a:pt x="332422" y="344805"/>
                  </a:cubicBezTo>
                  <a:cubicBezTo>
                    <a:pt x="424815" y="360997"/>
                    <a:pt x="489585" y="382905"/>
                    <a:pt x="527685" y="412433"/>
                  </a:cubicBezTo>
                  <a:cubicBezTo>
                    <a:pt x="565785" y="441008"/>
                    <a:pt x="584835" y="495300"/>
                    <a:pt x="584835" y="575310"/>
                  </a:cubicBezTo>
                  <a:cubicBezTo>
                    <a:pt x="584835" y="655320"/>
                    <a:pt x="559117" y="713422"/>
                    <a:pt x="507682" y="750570"/>
                  </a:cubicBezTo>
                  <a:cubicBezTo>
                    <a:pt x="456247" y="787717"/>
                    <a:pt x="381953" y="806767"/>
                    <a:pt x="282892" y="806767"/>
                  </a:cubicBezTo>
                  <a:cubicBezTo>
                    <a:pt x="219075" y="806767"/>
                    <a:pt x="4763" y="782955"/>
                    <a:pt x="4763" y="782955"/>
                  </a:cubicBezTo>
                  <a:lnTo>
                    <a:pt x="11430" y="681990"/>
                  </a:lnTo>
                  <a:cubicBezTo>
                    <a:pt x="134303" y="693420"/>
                    <a:pt x="223838" y="702945"/>
                    <a:pt x="283845" y="702945"/>
                  </a:cubicBezTo>
                  <a:cubicBezTo>
                    <a:pt x="343853" y="702945"/>
                    <a:pt x="389572" y="693420"/>
                    <a:pt x="421005" y="674370"/>
                  </a:cubicBezTo>
                  <a:cubicBezTo>
                    <a:pt x="452438" y="655320"/>
                    <a:pt x="468630" y="622935"/>
                    <a:pt x="468630" y="578167"/>
                  </a:cubicBezTo>
                  <a:cubicBezTo>
                    <a:pt x="468630" y="533400"/>
                    <a:pt x="455295" y="502920"/>
                    <a:pt x="428625" y="486728"/>
                  </a:cubicBezTo>
                  <a:cubicBezTo>
                    <a:pt x="401955" y="470535"/>
                    <a:pt x="342900" y="455295"/>
                    <a:pt x="251460" y="441008"/>
                  </a:cubicBezTo>
                  <a:cubicBezTo>
                    <a:pt x="160020" y="426720"/>
                    <a:pt x="95250" y="405765"/>
                    <a:pt x="57150" y="377190"/>
                  </a:cubicBezTo>
                  <a:cubicBezTo>
                    <a:pt x="19050" y="349567"/>
                    <a:pt x="0" y="297180"/>
                    <a:pt x="0" y="221933"/>
                  </a:cubicBezTo>
                  <a:cubicBezTo>
                    <a:pt x="0" y="146685"/>
                    <a:pt x="26670" y="90488"/>
                    <a:pt x="80010" y="54293"/>
                  </a:cubicBezTo>
                  <a:cubicBezTo>
                    <a:pt x="133350" y="18097"/>
                    <a:pt x="200025" y="0"/>
                    <a:pt x="279082" y="0"/>
                  </a:cubicBezTo>
                  <a:cubicBezTo>
                    <a:pt x="341947" y="0"/>
                    <a:pt x="561022" y="16193"/>
                    <a:pt x="561022" y="16193"/>
                  </a:cubicBezTo>
                  <a:lnTo>
                    <a:pt x="561022" y="118110"/>
                  </a:lnTo>
                  <a:cubicBezTo>
                    <a:pt x="445770" y="111443"/>
                    <a:pt x="351472" y="102870"/>
                    <a:pt x="285750" y="10287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20" name="Google Shape;420;p94"/>
            <p:cNvSpPr/>
            <p:nvPr/>
          </p:nvSpPr>
          <p:spPr>
            <a:xfrm>
              <a:off x="11391746" y="6404965"/>
              <a:ext cx="76059" cy="162470"/>
            </a:xfrm>
            <a:custGeom>
              <a:rect b="b" l="l" r="r" t="t"/>
              <a:pathLst>
                <a:path extrusionOk="0" h="1031557" w="482917">
                  <a:moveTo>
                    <a:pt x="472440" y="339090"/>
                  </a:moveTo>
                  <a:lnTo>
                    <a:pt x="225743" y="339090"/>
                  </a:lnTo>
                  <a:lnTo>
                    <a:pt x="225743" y="710565"/>
                  </a:lnTo>
                  <a:cubicBezTo>
                    <a:pt x="225743" y="799148"/>
                    <a:pt x="232410" y="858202"/>
                    <a:pt x="244793" y="885825"/>
                  </a:cubicBezTo>
                  <a:cubicBezTo>
                    <a:pt x="258128" y="913448"/>
                    <a:pt x="288608" y="927735"/>
                    <a:pt x="337185" y="927735"/>
                  </a:cubicBezTo>
                  <a:lnTo>
                    <a:pt x="475297" y="918210"/>
                  </a:lnTo>
                  <a:lnTo>
                    <a:pt x="482918" y="1014413"/>
                  </a:lnTo>
                  <a:cubicBezTo>
                    <a:pt x="413385" y="1025843"/>
                    <a:pt x="360997" y="1031557"/>
                    <a:pt x="324803" y="1031557"/>
                  </a:cubicBezTo>
                  <a:cubicBezTo>
                    <a:pt x="243840" y="1031557"/>
                    <a:pt x="188595" y="1011555"/>
                    <a:pt x="157163" y="972502"/>
                  </a:cubicBezTo>
                  <a:cubicBezTo>
                    <a:pt x="125730" y="933450"/>
                    <a:pt x="110490" y="858202"/>
                    <a:pt x="110490" y="747713"/>
                  </a:cubicBezTo>
                  <a:lnTo>
                    <a:pt x="110490" y="339090"/>
                  </a:lnTo>
                  <a:lnTo>
                    <a:pt x="0" y="339090"/>
                  </a:lnTo>
                  <a:lnTo>
                    <a:pt x="0" y="238125"/>
                  </a:lnTo>
                  <a:lnTo>
                    <a:pt x="110490" y="238125"/>
                  </a:lnTo>
                  <a:lnTo>
                    <a:pt x="110490" y="0"/>
                  </a:lnTo>
                  <a:lnTo>
                    <a:pt x="225743" y="0"/>
                  </a:lnTo>
                  <a:lnTo>
                    <a:pt x="225743" y="237172"/>
                  </a:lnTo>
                  <a:lnTo>
                    <a:pt x="472440" y="237172"/>
                  </a:lnTo>
                  <a:lnTo>
                    <a:pt x="472440" y="33909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21" name="Google Shape;421;p94"/>
            <p:cNvSpPr/>
            <p:nvPr/>
          </p:nvSpPr>
          <p:spPr>
            <a:xfrm>
              <a:off x="11492047" y="6393519"/>
              <a:ext cx="18302" cy="171171"/>
            </a:xfrm>
            <a:custGeom>
              <a:rect b="b" l="l" r="r" t="t"/>
              <a:pathLst>
                <a:path extrusionOk="0" h="1086802" w="116205">
                  <a:moveTo>
                    <a:pt x="0" y="134303"/>
                  </a:moveTo>
                  <a:lnTo>
                    <a:pt x="0" y="0"/>
                  </a:lnTo>
                  <a:lnTo>
                    <a:pt x="116205" y="0"/>
                  </a:lnTo>
                  <a:lnTo>
                    <a:pt x="116205" y="135255"/>
                  </a:lnTo>
                  <a:lnTo>
                    <a:pt x="0" y="134303"/>
                  </a:lnTo>
                  <a:lnTo>
                    <a:pt x="0" y="134303"/>
                  </a:lnTo>
                  <a:close/>
                  <a:moveTo>
                    <a:pt x="0" y="1086803"/>
                  </a:moveTo>
                  <a:lnTo>
                    <a:pt x="0" y="310515"/>
                  </a:lnTo>
                  <a:lnTo>
                    <a:pt x="116205" y="310515"/>
                  </a:lnTo>
                  <a:lnTo>
                    <a:pt x="116205" y="1086803"/>
                  </a:lnTo>
                  <a:lnTo>
                    <a:pt x="0" y="1086803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22" name="Google Shape;422;p94"/>
            <p:cNvSpPr/>
            <p:nvPr/>
          </p:nvSpPr>
          <p:spPr>
            <a:xfrm>
              <a:off x="11539035" y="6440055"/>
              <a:ext cx="84460" cy="127216"/>
            </a:xfrm>
            <a:custGeom>
              <a:rect b="b" l="l" r="r" t="t"/>
              <a:pathLst>
                <a:path extrusionOk="0" h="807719" w="536257">
                  <a:moveTo>
                    <a:pt x="323850" y="0"/>
                  </a:moveTo>
                  <a:cubicBezTo>
                    <a:pt x="358140" y="0"/>
                    <a:pt x="416243" y="6668"/>
                    <a:pt x="498157" y="19050"/>
                  </a:cubicBezTo>
                  <a:lnTo>
                    <a:pt x="535305" y="23813"/>
                  </a:lnTo>
                  <a:lnTo>
                    <a:pt x="530543" y="118110"/>
                  </a:lnTo>
                  <a:cubicBezTo>
                    <a:pt x="447675" y="108585"/>
                    <a:pt x="386715" y="103823"/>
                    <a:pt x="347663" y="103823"/>
                  </a:cubicBezTo>
                  <a:cubicBezTo>
                    <a:pt x="260032" y="103823"/>
                    <a:pt x="200025" y="124778"/>
                    <a:pt x="168592" y="166688"/>
                  </a:cubicBezTo>
                  <a:cubicBezTo>
                    <a:pt x="137160" y="208598"/>
                    <a:pt x="120967" y="286703"/>
                    <a:pt x="120967" y="400050"/>
                  </a:cubicBezTo>
                  <a:cubicBezTo>
                    <a:pt x="120967" y="513398"/>
                    <a:pt x="135255" y="592455"/>
                    <a:pt x="164782" y="637223"/>
                  </a:cubicBezTo>
                  <a:cubicBezTo>
                    <a:pt x="194310" y="681990"/>
                    <a:pt x="255270" y="703898"/>
                    <a:pt x="348615" y="703898"/>
                  </a:cubicBezTo>
                  <a:lnTo>
                    <a:pt x="531495" y="689610"/>
                  </a:lnTo>
                  <a:lnTo>
                    <a:pt x="536257" y="785813"/>
                  </a:lnTo>
                  <a:cubicBezTo>
                    <a:pt x="440055" y="800100"/>
                    <a:pt x="367665" y="807720"/>
                    <a:pt x="320040" y="807720"/>
                  </a:cubicBezTo>
                  <a:cubicBezTo>
                    <a:pt x="199072" y="807720"/>
                    <a:pt x="115252" y="776288"/>
                    <a:pt x="69532" y="714375"/>
                  </a:cubicBezTo>
                  <a:cubicBezTo>
                    <a:pt x="23813" y="652463"/>
                    <a:pt x="0" y="547688"/>
                    <a:pt x="0" y="400050"/>
                  </a:cubicBezTo>
                  <a:cubicBezTo>
                    <a:pt x="0" y="252413"/>
                    <a:pt x="24765" y="148590"/>
                    <a:pt x="74295" y="89535"/>
                  </a:cubicBezTo>
                  <a:cubicBezTo>
                    <a:pt x="124777" y="30480"/>
                    <a:pt x="207645" y="0"/>
                    <a:pt x="32385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900"/>
                <a:buFont typeface="Arial"/>
                <a:buNone/>
              </a:pPr>
              <a:r>
                <a:t/>
              </a:r>
              <a:endParaRPr b="0" i="0" sz="19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3">
  <p:cSld name="TITLE_3"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95"/>
          <p:cNvSpPr txBox="1"/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/>
        </p:txBody>
      </p:sp>
      <p:sp>
        <p:nvSpPr>
          <p:cNvPr id="425" name="Google Shape;425;p95"/>
          <p:cNvSpPr txBox="1"/>
          <p:nvPr>
            <p:ph idx="1" type="subTitle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/>
        </p:txBody>
      </p:sp>
      <p:sp>
        <p:nvSpPr>
          <p:cNvPr id="426" name="Google Shape;426;p95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>
            <a:lvl1pPr lvl="0">
              <a:buNone/>
              <a:defRPr sz="1900"/>
            </a:lvl1pPr>
            <a:lvl2pPr lvl="1">
              <a:buNone/>
              <a:defRPr sz="1900"/>
            </a:lvl2pPr>
            <a:lvl3pPr lvl="2">
              <a:buNone/>
              <a:defRPr sz="1900"/>
            </a:lvl3pPr>
            <a:lvl4pPr lvl="3">
              <a:buNone/>
              <a:defRPr sz="1900"/>
            </a:lvl4pPr>
            <a:lvl5pPr lvl="4">
              <a:buNone/>
              <a:defRPr sz="1900"/>
            </a:lvl5pPr>
            <a:lvl6pPr lvl="5">
              <a:buNone/>
              <a:defRPr sz="1900"/>
            </a:lvl6pPr>
            <a:lvl7pPr lvl="6">
              <a:buNone/>
              <a:defRPr sz="1900"/>
            </a:lvl7pPr>
            <a:lvl8pPr lvl="7">
              <a:buNone/>
              <a:defRPr sz="1900"/>
            </a:lvl8pPr>
            <a:lvl9pPr lvl="8">
              <a:buNone/>
              <a:defRPr sz="1900"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ody slide - center aligned - two lines 1 2">
  <p:cSld name="Blank White_1_1_1_1_1_1_1_2_1_1_1_1_4"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96"/>
          <p:cNvSpPr txBox="1"/>
          <p:nvPr>
            <p:ph type="title"/>
          </p:nvPr>
        </p:nvSpPr>
        <p:spPr>
          <a:xfrm>
            <a:off x="762000" y="631665"/>
            <a:ext cx="10470900" cy="1080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Font typeface="Inter ExtraBold"/>
              <a:buNone/>
              <a:defRPr sz="3200"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429" name="Google Shape;429;p96"/>
          <p:cNvSpPr txBox="1"/>
          <p:nvPr>
            <p:ph idx="1" type="subTitle"/>
          </p:nvPr>
        </p:nvSpPr>
        <p:spPr>
          <a:xfrm>
            <a:off x="1869400" y="1712075"/>
            <a:ext cx="8256000" cy="48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>
                <a:latin typeface="Inter"/>
                <a:ea typeface="Inter"/>
                <a:cs typeface="Inter"/>
                <a:sym typeface="Inter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pic>
        <p:nvPicPr>
          <p:cNvPr id="430" name="Google Shape;430;p96"/>
          <p:cNvPicPr preferRelativeResize="0"/>
          <p:nvPr/>
        </p:nvPicPr>
        <p:blipFill rotWithShape="1">
          <a:blip r:embed="rId2">
            <a:alphaModFix/>
          </a:blip>
          <a:srcRect b="0" l="150" r="160" t="0"/>
          <a:stretch/>
        </p:blipFill>
        <p:spPr>
          <a:xfrm>
            <a:off x="10911067" y="6254833"/>
            <a:ext cx="937922" cy="3224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80">
          <p15:clr>
            <a:srgbClr val="FA7B17"/>
          </p15:clr>
        </p15:guide>
        <p15:guide id="2" orient="horz" pos="643">
          <p15:clr>
            <a:srgbClr val="FA7B17"/>
          </p15:clr>
        </p15:guide>
        <p15:guide id="3" orient="horz" pos="1303">
          <p15:clr>
            <a:srgbClr val="FA7B17"/>
          </p15:clr>
        </p15:guide>
      </p15:sldGuideLst>
    </p:ext>
  </p:extLst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ody - left aligned">
  <p:cSld name="Body - left aligned (g3d64d0b3ed7_7_0)"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97"/>
          <p:cNvSpPr txBox="1"/>
          <p:nvPr>
            <p:ph type="title"/>
          </p:nvPr>
        </p:nvSpPr>
        <p:spPr>
          <a:xfrm>
            <a:off x="610567" y="477167"/>
            <a:ext cx="9380400" cy="6303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900"/>
              <a:buFont typeface="Inter"/>
              <a:buNone/>
              <a:defRPr b="1" sz="2900"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433" name="Google Shape;433;p97"/>
          <p:cNvSpPr txBox="1"/>
          <p:nvPr>
            <p:ph idx="1" type="subTitle"/>
          </p:nvPr>
        </p:nvSpPr>
        <p:spPr>
          <a:xfrm>
            <a:off x="610567" y="1022067"/>
            <a:ext cx="4017600" cy="17997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 sz="19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Inter"/>
              <a:buNone/>
              <a:defRPr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Blue">
  <p:cSld name="Blank Blue (g3d64d0b3ed7_23_0)">
    <p:bg>
      <p:bgPr>
        <a:solidFill>
          <a:schemeClr val="accent2"/>
        </a:solidFill>
      </p:bgPr>
    </p:bg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3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2.xml"/><Relationship Id="rId22" Type="http://schemas.openxmlformats.org/officeDocument/2006/relationships/slideLayout" Target="../slideLayouts/slideLayout24.xml"/><Relationship Id="rId2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25.xml"/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26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30.xml"/><Relationship Id="rId27" Type="http://schemas.openxmlformats.org/officeDocument/2006/relationships/slideLayout" Target="../slideLayouts/slideLayout29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29" Type="http://schemas.openxmlformats.org/officeDocument/2006/relationships/slideLayout" Target="../slideLayouts/slideLayout31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3.xml"/><Relationship Id="rId3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13.xml"/><Relationship Id="rId33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12.xml"/><Relationship Id="rId32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15.xml"/><Relationship Id="rId35" Type="http://schemas.openxmlformats.org/officeDocument/2006/relationships/theme" Target="../theme/theme1.xml"/><Relationship Id="rId12" Type="http://schemas.openxmlformats.org/officeDocument/2006/relationships/slideLayout" Target="../slideLayouts/slideLayout14.xml"/><Relationship Id="rId34" Type="http://schemas.openxmlformats.org/officeDocument/2006/relationships/slideLayout" Target="../slideLayouts/slideLayout36.xml"/><Relationship Id="rId15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20.xml"/></Relationships>
</file>

<file path=ppt/slideMasters/_rels/slideMaster3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76.xml"/><Relationship Id="rId42" Type="http://schemas.openxmlformats.org/officeDocument/2006/relationships/slideLayout" Target="../slideLayouts/slideLayout78.xml"/><Relationship Id="rId41" Type="http://schemas.openxmlformats.org/officeDocument/2006/relationships/slideLayout" Target="../slideLayouts/slideLayout77.xml"/><Relationship Id="rId44" Type="http://schemas.openxmlformats.org/officeDocument/2006/relationships/slideLayout" Target="../slideLayouts/slideLayout80.xml"/><Relationship Id="rId43" Type="http://schemas.openxmlformats.org/officeDocument/2006/relationships/slideLayout" Target="../slideLayouts/slideLayout79.xml"/><Relationship Id="rId46" Type="http://schemas.openxmlformats.org/officeDocument/2006/relationships/slideLayout" Target="../slideLayouts/slideLayout82.xml"/><Relationship Id="rId45" Type="http://schemas.openxmlformats.org/officeDocument/2006/relationships/slideLayout" Target="../slideLayouts/slideLayout81.xml"/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48" Type="http://schemas.openxmlformats.org/officeDocument/2006/relationships/slideLayout" Target="../slideLayouts/slideLayout84.xml"/><Relationship Id="rId47" Type="http://schemas.openxmlformats.org/officeDocument/2006/relationships/slideLayout" Target="../slideLayouts/slideLayout83.xml"/><Relationship Id="rId49" Type="http://schemas.openxmlformats.org/officeDocument/2006/relationships/slideLayout" Target="../slideLayouts/slideLayout85.xml"/><Relationship Id="rId5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2.xml"/><Relationship Id="rId7" Type="http://schemas.openxmlformats.org/officeDocument/2006/relationships/slideLayout" Target="../slideLayouts/slideLayout43.xml"/><Relationship Id="rId8" Type="http://schemas.openxmlformats.org/officeDocument/2006/relationships/slideLayout" Target="../slideLayouts/slideLayout44.xml"/><Relationship Id="rId31" Type="http://schemas.openxmlformats.org/officeDocument/2006/relationships/slideLayout" Target="../slideLayouts/slideLayout67.xml"/><Relationship Id="rId30" Type="http://schemas.openxmlformats.org/officeDocument/2006/relationships/slideLayout" Target="../slideLayouts/slideLayout66.xml"/><Relationship Id="rId33" Type="http://schemas.openxmlformats.org/officeDocument/2006/relationships/slideLayout" Target="../slideLayouts/slideLayout69.xml"/><Relationship Id="rId32" Type="http://schemas.openxmlformats.org/officeDocument/2006/relationships/slideLayout" Target="../slideLayouts/slideLayout68.xml"/><Relationship Id="rId35" Type="http://schemas.openxmlformats.org/officeDocument/2006/relationships/slideLayout" Target="../slideLayouts/slideLayout71.xml"/><Relationship Id="rId34" Type="http://schemas.openxmlformats.org/officeDocument/2006/relationships/slideLayout" Target="../slideLayouts/slideLayout70.xml"/><Relationship Id="rId37" Type="http://schemas.openxmlformats.org/officeDocument/2006/relationships/slideLayout" Target="../slideLayouts/slideLayout73.xml"/><Relationship Id="rId36" Type="http://schemas.openxmlformats.org/officeDocument/2006/relationships/slideLayout" Target="../slideLayouts/slideLayout72.xml"/><Relationship Id="rId39" Type="http://schemas.openxmlformats.org/officeDocument/2006/relationships/slideLayout" Target="../slideLayouts/slideLayout75.xml"/><Relationship Id="rId38" Type="http://schemas.openxmlformats.org/officeDocument/2006/relationships/slideLayout" Target="../slideLayouts/slideLayout74.xml"/><Relationship Id="rId61" Type="http://schemas.openxmlformats.org/officeDocument/2006/relationships/theme" Target="../theme/theme4.xml"/><Relationship Id="rId20" Type="http://schemas.openxmlformats.org/officeDocument/2006/relationships/slideLayout" Target="../slideLayouts/slideLayout56.xml"/><Relationship Id="rId22" Type="http://schemas.openxmlformats.org/officeDocument/2006/relationships/slideLayout" Target="../slideLayouts/slideLayout58.xml"/><Relationship Id="rId21" Type="http://schemas.openxmlformats.org/officeDocument/2006/relationships/slideLayout" Target="../slideLayouts/slideLayout57.xml"/><Relationship Id="rId24" Type="http://schemas.openxmlformats.org/officeDocument/2006/relationships/slideLayout" Target="../slideLayouts/slideLayout60.xml"/><Relationship Id="rId23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96.xml"/><Relationship Id="rId26" Type="http://schemas.openxmlformats.org/officeDocument/2006/relationships/slideLayout" Target="../slideLayouts/slideLayout62.xml"/><Relationship Id="rId25" Type="http://schemas.openxmlformats.org/officeDocument/2006/relationships/slideLayout" Target="../slideLayouts/slideLayout61.xml"/><Relationship Id="rId28" Type="http://schemas.openxmlformats.org/officeDocument/2006/relationships/slideLayout" Target="../slideLayouts/slideLayout64.xml"/><Relationship Id="rId27" Type="http://schemas.openxmlformats.org/officeDocument/2006/relationships/slideLayout" Target="../slideLayouts/slideLayout63.xml"/><Relationship Id="rId29" Type="http://schemas.openxmlformats.org/officeDocument/2006/relationships/slideLayout" Target="../slideLayouts/slideLayout65.xml"/><Relationship Id="rId51" Type="http://schemas.openxmlformats.org/officeDocument/2006/relationships/slideLayout" Target="../slideLayouts/slideLayout87.xml"/><Relationship Id="rId50" Type="http://schemas.openxmlformats.org/officeDocument/2006/relationships/slideLayout" Target="../slideLayouts/slideLayout86.xml"/><Relationship Id="rId53" Type="http://schemas.openxmlformats.org/officeDocument/2006/relationships/slideLayout" Target="../slideLayouts/slideLayout89.xml"/><Relationship Id="rId52" Type="http://schemas.openxmlformats.org/officeDocument/2006/relationships/slideLayout" Target="../slideLayouts/slideLayout88.xml"/><Relationship Id="rId11" Type="http://schemas.openxmlformats.org/officeDocument/2006/relationships/slideLayout" Target="../slideLayouts/slideLayout47.xml"/><Relationship Id="rId55" Type="http://schemas.openxmlformats.org/officeDocument/2006/relationships/slideLayout" Target="../slideLayouts/slideLayout91.xml"/><Relationship Id="rId10" Type="http://schemas.openxmlformats.org/officeDocument/2006/relationships/slideLayout" Target="../slideLayouts/slideLayout46.xml"/><Relationship Id="rId54" Type="http://schemas.openxmlformats.org/officeDocument/2006/relationships/slideLayout" Target="../slideLayouts/slideLayout90.xml"/><Relationship Id="rId13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93.xml"/><Relationship Id="rId12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92.xml"/><Relationship Id="rId15" Type="http://schemas.openxmlformats.org/officeDocument/2006/relationships/slideLayout" Target="../slideLayouts/slideLayout51.xml"/><Relationship Id="rId59" Type="http://schemas.openxmlformats.org/officeDocument/2006/relationships/slideLayout" Target="../slideLayouts/slideLayout95.xml"/><Relationship Id="rId14" Type="http://schemas.openxmlformats.org/officeDocument/2006/relationships/slideLayout" Target="../slideLayouts/slideLayout50.xml"/><Relationship Id="rId58" Type="http://schemas.openxmlformats.org/officeDocument/2006/relationships/slideLayout" Target="../slideLayouts/slideLayout94.xml"/><Relationship Id="rId17" Type="http://schemas.openxmlformats.org/officeDocument/2006/relationships/slideLayout" Target="../slideLayouts/slideLayout53.xml"/><Relationship Id="rId16" Type="http://schemas.openxmlformats.org/officeDocument/2006/relationships/slideLayout" Target="../slideLayouts/slideLayout52.xml"/><Relationship Id="rId19" Type="http://schemas.openxmlformats.org/officeDocument/2006/relationships/slideLayout" Target="../slideLayouts/slideLayout55.xml"/><Relationship Id="rId18" Type="http://schemas.openxmlformats.org/officeDocument/2006/relationships/slideLayout" Target="../slideLayouts/slideLayout54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4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3700"/>
              <a:buFont typeface="Inter ExtraBold"/>
              <a:buNone/>
              <a:defRPr sz="3700">
                <a:solidFill>
                  <a:srgbClr val="1C1E23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3700"/>
              <a:buFont typeface="Inter ExtraBold"/>
              <a:buNone/>
              <a:defRPr sz="3700">
                <a:solidFill>
                  <a:srgbClr val="1C1E23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3700"/>
              <a:buFont typeface="Inter ExtraBold"/>
              <a:buNone/>
              <a:defRPr sz="3700">
                <a:solidFill>
                  <a:srgbClr val="1C1E23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3700"/>
              <a:buFont typeface="Inter ExtraBold"/>
              <a:buNone/>
              <a:defRPr sz="3700">
                <a:solidFill>
                  <a:srgbClr val="1C1E23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3700"/>
              <a:buFont typeface="Inter ExtraBold"/>
              <a:buNone/>
              <a:defRPr sz="3700">
                <a:solidFill>
                  <a:srgbClr val="1C1E23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3700"/>
              <a:buFont typeface="Inter ExtraBold"/>
              <a:buNone/>
              <a:defRPr sz="3700">
                <a:solidFill>
                  <a:srgbClr val="1C1E23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3700"/>
              <a:buFont typeface="Inter ExtraBold"/>
              <a:buNone/>
              <a:defRPr sz="3700">
                <a:solidFill>
                  <a:srgbClr val="1C1E23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3700"/>
              <a:buFont typeface="Inter ExtraBold"/>
              <a:buNone/>
              <a:defRPr sz="3700">
                <a:solidFill>
                  <a:srgbClr val="1C1E23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3700"/>
              <a:buFont typeface="Inter ExtraBold"/>
              <a:buNone/>
              <a:defRPr sz="3700">
                <a:solidFill>
                  <a:srgbClr val="1C1E23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9pPr>
          </a:lstStyle>
          <a:p/>
        </p:txBody>
      </p:sp>
      <p:sp>
        <p:nvSpPr>
          <p:cNvPr id="14" name="Google Shape;14;p4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2400"/>
              <a:buFont typeface="Inter"/>
              <a:buChar char="●"/>
              <a:defRPr sz="24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3492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900"/>
              <a:buFont typeface="Inter"/>
              <a:buChar char="○"/>
              <a:defRPr sz="19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492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900"/>
              <a:buFont typeface="Inter"/>
              <a:buChar char="■"/>
              <a:defRPr sz="19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492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900"/>
              <a:buFont typeface="Inter"/>
              <a:buChar char="●"/>
              <a:defRPr sz="19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492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900"/>
              <a:buFont typeface="Inter"/>
              <a:buChar char="○"/>
              <a:defRPr sz="19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492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900"/>
              <a:buFont typeface="Inter"/>
              <a:buChar char="■"/>
              <a:defRPr sz="19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492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900"/>
              <a:buFont typeface="Inter"/>
              <a:buChar char="●"/>
              <a:defRPr sz="19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492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900"/>
              <a:buFont typeface="Inter"/>
              <a:buChar char="○"/>
              <a:defRPr sz="19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492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900"/>
              <a:buFont typeface="Inter"/>
              <a:buChar char="■"/>
              <a:defRPr sz="19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  <p:sldLayoutId id="2147483674" r:id="rId25"/>
    <p:sldLayoutId id="2147483675" r:id="rId26"/>
    <p:sldLayoutId id="2147483676" r:id="rId27"/>
    <p:sldLayoutId id="2147483677" r:id="rId28"/>
    <p:sldLayoutId id="2147483678" r:id="rId29"/>
    <p:sldLayoutId id="2147483679" r:id="rId30"/>
    <p:sldLayoutId id="2147483680" r:id="rId31"/>
    <p:sldLayoutId id="2147483681" r:id="rId32"/>
    <p:sldLayoutId id="2147483682" r:id="rId33"/>
    <p:sldLayoutId id="2147483683" r:id="rId3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9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3700"/>
              <a:buFont typeface="Inter ExtraBold"/>
              <a:buNone/>
              <a:defRPr sz="3700">
                <a:solidFill>
                  <a:srgbClr val="1C1E23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3700"/>
              <a:buFont typeface="Inter ExtraBold"/>
              <a:buNone/>
              <a:defRPr sz="3700">
                <a:solidFill>
                  <a:srgbClr val="1C1E23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3700"/>
              <a:buFont typeface="Inter ExtraBold"/>
              <a:buNone/>
              <a:defRPr sz="3700">
                <a:solidFill>
                  <a:srgbClr val="1C1E23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3700"/>
              <a:buFont typeface="Inter ExtraBold"/>
              <a:buNone/>
              <a:defRPr sz="3700">
                <a:solidFill>
                  <a:srgbClr val="1C1E23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3700"/>
              <a:buFont typeface="Inter ExtraBold"/>
              <a:buNone/>
              <a:defRPr sz="3700">
                <a:solidFill>
                  <a:srgbClr val="1C1E23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3700"/>
              <a:buFont typeface="Inter ExtraBold"/>
              <a:buNone/>
              <a:defRPr sz="3700">
                <a:solidFill>
                  <a:srgbClr val="1C1E23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3700"/>
              <a:buFont typeface="Inter ExtraBold"/>
              <a:buNone/>
              <a:defRPr sz="3700">
                <a:solidFill>
                  <a:srgbClr val="1C1E23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3700"/>
              <a:buFont typeface="Inter ExtraBold"/>
              <a:buNone/>
              <a:defRPr sz="3700">
                <a:solidFill>
                  <a:srgbClr val="1C1E23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3700"/>
              <a:buFont typeface="Inter ExtraBold"/>
              <a:buNone/>
              <a:defRPr sz="3700">
                <a:solidFill>
                  <a:srgbClr val="1C1E23"/>
                </a:solidFill>
                <a:latin typeface="Inter ExtraBold"/>
                <a:ea typeface="Inter ExtraBold"/>
                <a:cs typeface="Inter ExtraBold"/>
                <a:sym typeface="Inter ExtraBold"/>
              </a:defRPr>
            </a:lvl9pPr>
          </a:lstStyle>
          <a:p/>
        </p:txBody>
      </p:sp>
      <p:sp>
        <p:nvSpPr>
          <p:cNvPr id="169" name="Google Shape;169;p39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2400"/>
              <a:buFont typeface="Inter"/>
              <a:buChar char="●"/>
              <a:defRPr sz="24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3492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900"/>
              <a:buFont typeface="Inter"/>
              <a:buChar char="○"/>
              <a:defRPr sz="19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492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900"/>
              <a:buFont typeface="Inter"/>
              <a:buChar char="■"/>
              <a:defRPr sz="19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492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900"/>
              <a:buFont typeface="Inter"/>
              <a:buChar char="●"/>
              <a:defRPr sz="19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492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900"/>
              <a:buFont typeface="Inter"/>
              <a:buChar char="○"/>
              <a:defRPr sz="19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492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900"/>
              <a:buFont typeface="Inter"/>
              <a:buChar char="■"/>
              <a:defRPr sz="19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492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900"/>
              <a:buFont typeface="Inter"/>
              <a:buChar char="●"/>
              <a:defRPr sz="19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492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900"/>
              <a:buFont typeface="Inter"/>
              <a:buChar char="○"/>
              <a:defRPr sz="19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492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900"/>
              <a:buFont typeface="Inter"/>
              <a:buChar char="■"/>
              <a:defRPr sz="19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  <p:sldLayoutId id="2147483695" r:id="rId12"/>
    <p:sldLayoutId id="2147483696" r:id="rId13"/>
    <p:sldLayoutId id="2147483697" r:id="rId14"/>
    <p:sldLayoutId id="2147483698" r:id="rId15"/>
    <p:sldLayoutId id="2147483699" r:id="rId16"/>
    <p:sldLayoutId id="2147483700" r:id="rId17"/>
    <p:sldLayoutId id="2147483701" r:id="rId18"/>
    <p:sldLayoutId id="2147483702" r:id="rId19"/>
    <p:sldLayoutId id="2147483703" r:id="rId20"/>
    <p:sldLayoutId id="2147483704" r:id="rId21"/>
    <p:sldLayoutId id="2147483705" r:id="rId22"/>
    <p:sldLayoutId id="2147483706" r:id="rId23"/>
    <p:sldLayoutId id="2147483707" r:id="rId24"/>
    <p:sldLayoutId id="2147483708" r:id="rId25"/>
    <p:sldLayoutId id="2147483709" r:id="rId26"/>
    <p:sldLayoutId id="2147483710" r:id="rId27"/>
    <p:sldLayoutId id="2147483711" r:id="rId28"/>
    <p:sldLayoutId id="2147483712" r:id="rId29"/>
    <p:sldLayoutId id="2147483713" r:id="rId30"/>
    <p:sldLayoutId id="2147483714" r:id="rId31"/>
    <p:sldLayoutId id="2147483715" r:id="rId32"/>
    <p:sldLayoutId id="2147483716" r:id="rId33"/>
    <p:sldLayoutId id="2147483717" r:id="rId34"/>
    <p:sldLayoutId id="2147483718" r:id="rId35"/>
    <p:sldLayoutId id="2147483719" r:id="rId36"/>
    <p:sldLayoutId id="2147483720" r:id="rId37"/>
    <p:sldLayoutId id="2147483721" r:id="rId38"/>
    <p:sldLayoutId id="2147483722" r:id="rId39"/>
    <p:sldLayoutId id="2147483723" r:id="rId40"/>
    <p:sldLayoutId id="2147483724" r:id="rId41"/>
    <p:sldLayoutId id="2147483725" r:id="rId42"/>
    <p:sldLayoutId id="2147483726" r:id="rId43"/>
    <p:sldLayoutId id="2147483727" r:id="rId44"/>
    <p:sldLayoutId id="2147483728" r:id="rId45"/>
    <p:sldLayoutId id="2147483729" r:id="rId46"/>
    <p:sldLayoutId id="2147483730" r:id="rId47"/>
    <p:sldLayoutId id="2147483731" r:id="rId48"/>
    <p:sldLayoutId id="2147483732" r:id="rId49"/>
    <p:sldLayoutId id="2147483733" r:id="rId50"/>
    <p:sldLayoutId id="2147483734" r:id="rId51"/>
    <p:sldLayoutId id="2147483735" r:id="rId52"/>
    <p:sldLayoutId id="2147483736" r:id="rId53"/>
    <p:sldLayoutId id="2147483737" r:id="rId54"/>
    <p:sldLayoutId id="2147483738" r:id="rId55"/>
    <p:sldLayoutId id="2147483739" r:id="rId56"/>
    <p:sldLayoutId id="2147483740" r:id="rId57"/>
    <p:sldLayoutId id="2147483741" r:id="rId58"/>
    <p:sldLayoutId id="2147483742" r:id="rId59"/>
    <p:sldLayoutId id="2147483743" r:id="rId6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100"/>
          <p:cNvSpPr txBox="1"/>
          <p:nvPr>
            <p:ph type="title"/>
          </p:nvPr>
        </p:nvSpPr>
        <p:spPr>
          <a:xfrm>
            <a:off x="830400" y="1049725"/>
            <a:ext cx="8506200" cy="1521900"/>
          </a:xfrm>
          <a:prstGeom prst="rect">
            <a:avLst/>
          </a:prstGeom>
        </p:spPr>
        <p:txBody>
          <a:bodyPr anchorCtr="0" anchor="t" bIns="121900" lIns="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</a:pPr>
            <a:r>
              <a:rPr b="1" lang="en-US">
                <a:latin typeface="Arial"/>
                <a:ea typeface="Arial"/>
                <a:cs typeface="Arial"/>
                <a:sym typeface="Arial"/>
              </a:rPr>
              <a:t>One home for metrics, logs, and traces</a:t>
            </a:r>
            <a:endParaRPr b="1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700"/>
              <a:buNone/>
            </a:pPr>
            <a:r>
              <a:t/>
            </a:r>
            <a:endParaRPr/>
          </a:p>
        </p:txBody>
      </p:sp>
      <p:sp>
        <p:nvSpPr>
          <p:cNvPr id="441" name="Google Shape;441;p100"/>
          <p:cNvSpPr txBox="1"/>
          <p:nvPr>
            <p:ph idx="1" type="subTitle"/>
          </p:nvPr>
        </p:nvSpPr>
        <p:spPr>
          <a:xfrm>
            <a:off x="830400" y="2571725"/>
            <a:ext cx="6876900" cy="1355700"/>
          </a:xfrm>
          <a:prstGeom prst="rect">
            <a:avLst/>
          </a:prstGeom>
        </p:spPr>
        <p:txBody>
          <a:bodyPr anchorCtr="0" anchor="ctr" bIns="121900" lIns="0" spcFirstLastPara="1" rIns="121900" wrap="square" tIns="1219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E2EA"/>
              </a:buClr>
              <a:buSzPts val="1800"/>
              <a:buFont typeface="Arial"/>
              <a:buNone/>
            </a:pPr>
            <a:r>
              <a:rPr lang="en-US">
                <a:solidFill>
                  <a:srgbClr val="DCE2EA"/>
                </a:solidFill>
                <a:latin typeface="Arial"/>
                <a:ea typeface="Arial"/>
                <a:cs typeface="Arial"/>
                <a:sym typeface="Arial"/>
              </a:rPr>
              <a:t>Migrating Prometheus history out of Thanos</a:t>
            </a:r>
            <a:endParaRPr>
              <a:solidFill>
                <a:srgbClr val="DCE2E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810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E2EA"/>
              </a:buClr>
              <a:buSzPts val="2400"/>
              <a:buFont typeface="Arial"/>
              <a:buChar char="-"/>
            </a:pPr>
            <a:r>
              <a:rPr lang="en-US">
                <a:solidFill>
                  <a:srgbClr val="DCE2EA"/>
                </a:solidFill>
                <a:latin typeface="Arial"/>
                <a:ea typeface="Arial"/>
                <a:cs typeface="Arial"/>
                <a:sym typeface="Arial"/>
              </a:rPr>
              <a:t>and retiring the infrastructure that held it</a:t>
            </a:r>
            <a:endParaRPr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101"/>
          <p:cNvSpPr txBox="1"/>
          <p:nvPr/>
        </p:nvSpPr>
        <p:spPr>
          <a:xfrm>
            <a:off x="548640" y="292608"/>
            <a:ext cx="110643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64DD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B64DD"/>
                </a:solidFill>
                <a:latin typeface="Arial"/>
                <a:ea typeface="Arial"/>
                <a:cs typeface="Arial"/>
                <a:sym typeface="Arial"/>
              </a:rPr>
              <a:t>BEFORE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01"/>
          <p:cNvSpPr txBox="1"/>
          <p:nvPr/>
        </p:nvSpPr>
        <p:spPr>
          <a:xfrm>
            <a:off x="548640" y="566928"/>
            <a:ext cx="110643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Two platforms, split signals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01"/>
          <p:cNvSpPr/>
          <p:nvPr/>
        </p:nvSpPr>
        <p:spPr>
          <a:xfrm>
            <a:off x="1828800" y="1554480"/>
            <a:ext cx="3108900" cy="502800"/>
          </a:xfrm>
          <a:prstGeom prst="roundRect">
            <a:avLst>
              <a:gd fmla="val 12727" name="adj"/>
            </a:avLst>
          </a:prstGeom>
          <a:solidFill>
            <a:srgbClr val="DCE2EA"/>
          </a:solidFill>
          <a:ln cap="flat" cmpd="sng" w="12700">
            <a:solidFill>
              <a:srgbClr val="153385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AAB4C4">
                <a:alpha val="3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101"/>
          <p:cNvSpPr txBox="1"/>
          <p:nvPr/>
        </p:nvSpPr>
        <p:spPr>
          <a:xfrm>
            <a:off x="1828800" y="1554480"/>
            <a:ext cx="31089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Grafana (PromQL + Elastic queries)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01"/>
          <p:cNvSpPr/>
          <p:nvPr/>
        </p:nvSpPr>
        <p:spPr>
          <a:xfrm>
            <a:off x="548640" y="2651760"/>
            <a:ext cx="1737300" cy="548700"/>
          </a:xfrm>
          <a:prstGeom prst="roundRect">
            <a:avLst>
              <a:gd fmla="val 11667" name="adj"/>
            </a:avLst>
          </a:prstGeom>
          <a:solidFill>
            <a:srgbClr val="FFFFFF"/>
          </a:solidFill>
          <a:ln cap="flat" cmpd="sng" w="12700">
            <a:solidFill>
              <a:srgbClr val="153385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AAB4C4">
                <a:alpha val="3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2" name="Google Shape;452;p101"/>
          <p:cNvSpPr txBox="1"/>
          <p:nvPr/>
        </p:nvSpPr>
        <p:spPr>
          <a:xfrm>
            <a:off x="548640" y="2651760"/>
            <a:ext cx="1737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Prometheus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01"/>
          <p:cNvSpPr/>
          <p:nvPr/>
        </p:nvSpPr>
        <p:spPr>
          <a:xfrm>
            <a:off x="548640" y="3566160"/>
            <a:ext cx="4023300" cy="1920300"/>
          </a:xfrm>
          <a:prstGeom prst="roundRect">
            <a:avLst>
              <a:gd fmla="val 4286" name="adj"/>
            </a:avLst>
          </a:prstGeom>
          <a:solidFill>
            <a:srgbClr val="F5F7FA"/>
          </a:solidFill>
          <a:ln cap="flat" cmpd="sng" w="15875">
            <a:solidFill>
              <a:srgbClr val="F04E9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4" name="Google Shape;454;p101"/>
          <p:cNvSpPr txBox="1"/>
          <p:nvPr/>
        </p:nvSpPr>
        <p:spPr>
          <a:xfrm>
            <a:off x="731520" y="3657600"/>
            <a:ext cx="3200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4E98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F04E98"/>
                </a:solidFill>
                <a:latin typeface="Arial"/>
                <a:ea typeface="Arial"/>
                <a:cs typeface="Arial"/>
                <a:sym typeface="Arial"/>
              </a:rPr>
              <a:t>Thanos — dedicated long-term metrics infra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01"/>
          <p:cNvSpPr/>
          <p:nvPr/>
        </p:nvSpPr>
        <p:spPr>
          <a:xfrm>
            <a:off x="777240" y="4069080"/>
            <a:ext cx="1691700" cy="502800"/>
          </a:xfrm>
          <a:prstGeom prst="roundRect">
            <a:avLst>
              <a:gd fmla="val 12727" name="adj"/>
            </a:avLst>
          </a:prstGeom>
          <a:solidFill>
            <a:srgbClr val="FFFFFF"/>
          </a:solidFill>
          <a:ln cap="flat" cmpd="sng" w="12700">
            <a:solidFill>
              <a:srgbClr val="15338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101"/>
          <p:cNvSpPr txBox="1"/>
          <p:nvPr/>
        </p:nvSpPr>
        <p:spPr>
          <a:xfrm>
            <a:off x="777240" y="4069080"/>
            <a:ext cx="16917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Sidecar / Receive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01"/>
          <p:cNvSpPr/>
          <p:nvPr/>
        </p:nvSpPr>
        <p:spPr>
          <a:xfrm>
            <a:off x="2651760" y="4069080"/>
            <a:ext cx="1691700" cy="502800"/>
          </a:xfrm>
          <a:prstGeom prst="roundRect">
            <a:avLst>
              <a:gd fmla="val 12727" name="adj"/>
            </a:avLst>
          </a:prstGeom>
          <a:solidFill>
            <a:srgbClr val="FFFFFF"/>
          </a:solidFill>
          <a:ln cap="flat" cmpd="sng" w="12700">
            <a:solidFill>
              <a:srgbClr val="15338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8" name="Google Shape;458;p101"/>
          <p:cNvSpPr txBox="1"/>
          <p:nvPr/>
        </p:nvSpPr>
        <p:spPr>
          <a:xfrm>
            <a:off x="2651760" y="4069080"/>
            <a:ext cx="16917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Querier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01"/>
          <p:cNvSpPr/>
          <p:nvPr/>
        </p:nvSpPr>
        <p:spPr>
          <a:xfrm>
            <a:off x="777240" y="4800600"/>
            <a:ext cx="1691700" cy="502800"/>
          </a:xfrm>
          <a:prstGeom prst="roundRect">
            <a:avLst>
              <a:gd fmla="val 12727" name="adj"/>
            </a:avLst>
          </a:prstGeom>
          <a:solidFill>
            <a:srgbClr val="FFFFFF"/>
          </a:solidFill>
          <a:ln cap="flat" cmpd="sng" w="12700">
            <a:solidFill>
              <a:srgbClr val="15338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101"/>
          <p:cNvSpPr txBox="1"/>
          <p:nvPr/>
        </p:nvSpPr>
        <p:spPr>
          <a:xfrm>
            <a:off x="777240" y="4800600"/>
            <a:ext cx="16917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Compactor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01"/>
          <p:cNvSpPr/>
          <p:nvPr/>
        </p:nvSpPr>
        <p:spPr>
          <a:xfrm>
            <a:off x="2651760" y="4800600"/>
            <a:ext cx="1691700" cy="502800"/>
          </a:xfrm>
          <a:prstGeom prst="roundRect">
            <a:avLst>
              <a:gd fmla="val 12727" name="adj"/>
            </a:avLst>
          </a:prstGeom>
          <a:solidFill>
            <a:srgbClr val="FFFFFF"/>
          </a:solidFill>
          <a:ln cap="flat" cmpd="sng" w="12700">
            <a:solidFill>
              <a:srgbClr val="15338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p101"/>
          <p:cNvSpPr txBox="1"/>
          <p:nvPr/>
        </p:nvSpPr>
        <p:spPr>
          <a:xfrm>
            <a:off x="2651760" y="4800600"/>
            <a:ext cx="16917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Store gateway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01"/>
          <p:cNvSpPr/>
          <p:nvPr/>
        </p:nvSpPr>
        <p:spPr>
          <a:xfrm>
            <a:off x="548640" y="5943600"/>
            <a:ext cx="2286000" cy="548700"/>
          </a:xfrm>
          <a:prstGeom prst="roundRect">
            <a:avLst>
              <a:gd fmla="val 11667" name="adj"/>
            </a:avLst>
          </a:prstGeom>
          <a:solidFill>
            <a:srgbClr val="DCE2EA"/>
          </a:solidFill>
          <a:ln cap="flat" cmpd="sng" w="12700">
            <a:solidFill>
              <a:srgbClr val="153385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AAB4C4">
                <a:alpha val="3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101"/>
          <p:cNvSpPr txBox="1"/>
          <p:nvPr/>
        </p:nvSpPr>
        <p:spPr>
          <a:xfrm>
            <a:off x="548640" y="5943600"/>
            <a:ext cx="22860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Object store (S3)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12 mo of TSDB blocks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01"/>
          <p:cNvSpPr/>
          <p:nvPr/>
        </p:nvSpPr>
        <p:spPr>
          <a:xfrm>
            <a:off x="5120640" y="3840480"/>
            <a:ext cx="2286000" cy="1371600"/>
          </a:xfrm>
          <a:prstGeom prst="roundRect">
            <a:avLst>
              <a:gd fmla="val 4667" name="adj"/>
            </a:avLst>
          </a:prstGeom>
          <a:solidFill>
            <a:srgbClr val="0B64DD"/>
          </a:solidFill>
          <a:ln cap="flat" cmpd="sng" w="12700">
            <a:solidFill>
              <a:srgbClr val="153385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AAB4C4">
                <a:alpha val="3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101"/>
          <p:cNvSpPr txBox="1"/>
          <p:nvPr/>
        </p:nvSpPr>
        <p:spPr>
          <a:xfrm>
            <a:off x="5120640" y="3840480"/>
            <a:ext cx="22860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Elastic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logs + APM traces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67" name="Google Shape;467;p101"/>
          <p:cNvCxnSpPr/>
          <p:nvPr/>
        </p:nvCxnSpPr>
        <p:spPr>
          <a:xfrm>
            <a:off x="1417320" y="3200400"/>
            <a:ext cx="0" cy="365700"/>
          </a:xfrm>
          <a:prstGeom prst="straightConnector1">
            <a:avLst/>
          </a:prstGeom>
          <a:noFill/>
          <a:ln cap="flat" cmpd="sng" w="25400">
            <a:solidFill>
              <a:srgbClr val="153385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68" name="Google Shape;468;p101"/>
          <p:cNvCxnSpPr/>
          <p:nvPr/>
        </p:nvCxnSpPr>
        <p:spPr>
          <a:xfrm>
            <a:off x="1691640" y="5577840"/>
            <a:ext cx="0" cy="365700"/>
          </a:xfrm>
          <a:prstGeom prst="straightConnector1">
            <a:avLst/>
          </a:prstGeom>
          <a:noFill/>
          <a:ln cap="flat" cmpd="sng" w="25400">
            <a:solidFill>
              <a:srgbClr val="153385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69" name="Google Shape;469;p101"/>
          <p:cNvCxnSpPr/>
          <p:nvPr/>
        </p:nvCxnSpPr>
        <p:spPr>
          <a:xfrm>
            <a:off x="2560320" y="2057400"/>
            <a:ext cx="0" cy="1463100"/>
          </a:xfrm>
          <a:prstGeom prst="straightConnector1">
            <a:avLst/>
          </a:prstGeom>
          <a:noFill/>
          <a:ln cap="flat" cmpd="sng" w="25400">
            <a:solidFill>
              <a:srgbClr val="153385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470" name="Google Shape;470;p101"/>
          <p:cNvCxnSpPr/>
          <p:nvPr/>
        </p:nvCxnSpPr>
        <p:spPr>
          <a:xfrm>
            <a:off x="4206240" y="2057400"/>
            <a:ext cx="1828800" cy="1783200"/>
          </a:xfrm>
          <a:prstGeom prst="straightConnector1">
            <a:avLst/>
          </a:prstGeom>
          <a:noFill/>
          <a:ln cap="flat" cmpd="sng" w="25400">
            <a:solidFill>
              <a:srgbClr val="153385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471" name="Google Shape;471;p101"/>
          <p:cNvSpPr txBox="1"/>
          <p:nvPr/>
        </p:nvSpPr>
        <p:spPr>
          <a:xfrm>
            <a:off x="5257800" y="2788920"/>
            <a:ext cx="219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3385"/>
              </a:buClr>
              <a:buSzPts val="900"/>
              <a:buFont typeface="Arial"/>
              <a:buNone/>
            </a:pPr>
            <a:r>
              <a:rPr b="0" i="1" lang="en-US" sz="900" u="none" cap="none" strike="noStrike">
                <a:solidFill>
                  <a:srgbClr val="153385"/>
                </a:solidFill>
                <a:latin typeface="Arial"/>
                <a:ea typeface="Arial"/>
                <a:cs typeface="Arial"/>
                <a:sym typeface="Arial"/>
              </a:rPr>
              <a:t>logs + traces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101"/>
          <p:cNvSpPr/>
          <p:nvPr/>
        </p:nvSpPr>
        <p:spPr>
          <a:xfrm>
            <a:off x="7863840" y="1554480"/>
            <a:ext cx="3794700" cy="1371600"/>
          </a:xfrm>
          <a:prstGeom prst="roundRect">
            <a:avLst>
              <a:gd fmla="val 6000" name="adj"/>
            </a:avLst>
          </a:prstGeom>
          <a:solidFill>
            <a:srgbClr val="F5F7FA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101"/>
          <p:cNvSpPr/>
          <p:nvPr/>
        </p:nvSpPr>
        <p:spPr>
          <a:xfrm>
            <a:off x="8065008" y="1755648"/>
            <a:ext cx="310800" cy="310800"/>
          </a:xfrm>
          <a:prstGeom prst="ellipse">
            <a:avLst/>
          </a:prstGeom>
          <a:solidFill>
            <a:srgbClr val="F04E9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4" name="Google Shape;474;p101"/>
          <p:cNvSpPr txBox="1"/>
          <p:nvPr/>
        </p:nvSpPr>
        <p:spPr>
          <a:xfrm>
            <a:off x="8065008" y="1755648"/>
            <a:ext cx="3108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×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01"/>
          <p:cNvSpPr txBox="1"/>
          <p:nvPr/>
        </p:nvSpPr>
        <p:spPr>
          <a:xfrm>
            <a:off x="8485632" y="1700784"/>
            <a:ext cx="3017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Twice the infrastructure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01"/>
          <p:cNvSpPr txBox="1"/>
          <p:nvPr/>
        </p:nvSpPr>
        <p:spPr>
          <a:xfrm>
            <a:off x="8485632" y="2084832"/>
            <a:ext cx="30174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4354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A4354"/>
                </a:solidFill>
                <a:latin typeface="Arial"/>
                <a:ea typeface="Arial"/>
                <a:cs typeface="Arial"/>
                <a:sym typeface="Arial"/>
              </a:rPr>
              <a:t>Queriers, store gateways, compactors, and receivers to run, patch, and pay for — alongside Elastic.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01"/>
          <p:cNvSpPr/>
          <p:nvPr/>
        </p:nvSpPr>
        <p:spPr>
          <a:xfrm>
            <a:off x="7863840" y="3108960"/>
            <a:ext cx="3794700" cy="1371600"/>
          </a:xfrm>
          <a:prstGeom prst="roundRect">
            <a:avLst>
              <a:gd fmla="val 6000" name="adj"/>
            </a:avLst>
          </a:prstGeom>
          <a:solidFill>
            <a:srgbClr val="F5F7FA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p101"/>
          <p:cNvSpPr/>
          <p:nvPr/>
        </p:nvSpPr>
        <p:spPr>
          <a:xfrm>
            <a:off x="8065008" y="3310128"/>
            <a:ext cx="310800" cy="310800"/>
          </a:xfrm>
          <a:prstGeom prst="ellipse">
            <a:avLst/>
          </a:prstGeom>
          <a:solidFill>
            <a:srgbClr val="F04E9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101"/>
          <p:cNvSpPr txBox="1"/>
          <p:nvPr/>
        </p:nvSpPr>
        <p:spPr>
          <a:xfrm>
            <a:off x="8065008" y="3310128"/>
            <a:ext cx="3108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×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01"/>
          <p:cNvSpPr txBox="1"/>
          <p:nvPr/>
        </p:nvSpPr>
        <p:spPr>
          <a:xfrm>
            <a:off x="8485632" y="3255264"/>
            <a:ext cx="3017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No correlation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01"/>
          <p:cNvSpPr txBox="1"/>
          <p:nvPr/>
        </p:nvSpPr>
        <p:spPr>
          <a:xfrm>
            <a:off x="8485632" y="3639312"/>
            <a:ext cx="30174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4354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A4354"/>
                </a:solidFill>
                <a:latin typeface="Arial"/>
                <a:ea typeface="Arial"/>
                <a:cs typeface="Arial"/>
                <a:sym typeface="Arial"/>
              </a:rPr>
              <a:t>A latency spike in metrics can't be lined up with the logs and traces that explain it.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01"/>
          <p:cNvSpPr/>
          <p:nvPr/>
        </p:nvSpPr>
        <p:spPr>
          <a:xfrm>
            <a:off x="7863840" y="4663440"/>
            <a:ext cx="3794700" cy="1371600"/>
          </a:xfrm>
          <a:prstGeom prst="roundRect">
            <a:avLst>
              <a:gd fmla="val 6000" name="adj"/>
            </a:avLst>
          </a:prstGeom>
          <a:solidFill>
            <a:srgbClr val="F5F7FA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" name="Google Shape;483;p101"/>
          <p:cNvSpPr/>
          <p:nvPr/>
        </p:nvSpPr>
        <p:spPr>
          <a:xfrm>
            <a:off x="8065008" y="4864608"/>
            <a:ext cx="310800" cy="310800"/>
          </a:xfrm>
          <a:prstGeom prst="ellipse">
            <a:avLst/>
          </a:prstGeom>
          <a:solidFill>
            <a:srgbClr val="F04E9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101"/>
          <p:cNvSpPr txBox="1"/>
          <p:nvPr/>
        </p:nvSpPr>
        <p:spPr>
          <a:xfrm>
            <a:off x="8065008" y="4864608"/>
            <a:ext cx="3108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×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01"/>
          <p:cNvSpPr txBox="1"/>
          <p:nvPr/>
        </p:nvSpPr>
        <p:spPr>
          <a:xfrm>
            <a:off x="8485632" y="4809744"/>
            <a:ext cx="3017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History locked in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01"/>
          <p:cNvSpPr txBox="1"/>
          <p:nvPr/>
        </p:nvSpPr>
        <p:spPr>
          <a:xfrm>
            <a:off x="8485632" y="5193792"/>
            <a:ext cx="30174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4354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A4354"/>
                </a:solidFill>
                <a:latin typeface="Arial"/>
                <a:ea typeface="Arial"/>
                <a:cs typeface="Arial"/>
                <a:sym typeface="Arial"/>
              </a:rPr>
              <a:t>12 months of retention lives in Thanos — the reason it can't simply be switched off.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102"/>
          <p:cNvSpPr txBox="1"/>
          <p:nvPr/>
        </p:nvSpPr>
        <p:spPr>
          <a:xfrm>
            <a:off x="548640" y="292608"/>
            <a:ext cx="110643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64DD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B64DD"/>
                </a:solidFill>
                <a:latin typeface="Arial"/>
                <a:ea typeface="Arial"/>
                <a:cs typeface="Arial"/>
                <a:sym typeface="Arial"/>
              </a:rPr>
              <a:t>DURING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102"/>
          <p:cNvSpPr txBox="1"/>
          <p:nvPr/>
        </p:nvSpPr>
        <p:spPr>
          <a:xfrm>
            <a:off x="548640" y="566928"/>
            <a:ext cx="110643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Live cutover first, then backfill the history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02"/>
          <p:cNvSpPr txBox="1"/>
          <p:nvPr/>
        </p:nvSpPr>
        <p:spPr>
          <a:xfrm>
            <a:off x="548640" y="1481328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64D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64DD"/>
                </a:solidFill>
                <a:latin typeface="Arial"/>
                <a:ea typeface="Arial"/>
                <a:cs typeface="Arial"/>
                <a:sym typeface="Arial"/>
              </a:rPr>
              <a:t>1 — Day one: live metrics cut over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02"/>
          <p:cNvSpPr/>
          <p:nvPr/>
        </p:nvSpPr>
        <p:spPr>
          <a:xfrm>
            <a:off x="548640" y="1828800"/>
            <a:ext cx="1737300" cy="548700"/>
          </a:xfrm>
          <a:prstGeom prst="roundRect">
            <a:avLst>
              <a:gd fmla="val 11667" name="adj"/>
            </a:avLst>
          </a:prstGeom>
          <a:solidFill>
            <a:srgbClr val="FFFFFF"/>
          </a:solidFill>
          <a:ln cap="flat" cmpd="sng" w="12700">
            <a:solidFill>
              <a:srgbClr val="153385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AAB4C4">
                <a:alpha val="3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102"/>
          <p:cNvSpPr txBox="1"/>
          <p:nvPr/>
        </p:nvSpPr>
        <p:spPr>
          <a:xfrm>
            <a:off x="548640" y="1828800"/>
            <a:ext cx="1737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Prometheus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102"/>
          <p:cNvSpPr/>
          <p:nvPr/>
        </p:nvSpPr>
        <p:spPr>
          <a:xfrm>
            <a:off x="3931920" y="1783080"/>
            <a:ext cx="4023300" cy="640200"/>
          </a:xfrm>
          <a:prstGeom prst="roundRect">
            <a:avLst>
              <a:gd fmla="val 10000" name="adj"/>
            </a:avLst>
          </a:prstGeom>
          <a:solidFill>
            <a:srgbClr val="0B64DD"/>
          </a:solidFill>
          <a:ln cap="flat" cmpd="sng" w="12700">
            <a:solidFill>
              <a:srgbClr val="153385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AAB4C4">
                <a:alpha val="3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8" name="Google Shape;498;p102"/>
          <p:cNvSpPr txBox="1"/>
          <p:nvPr/>
        </p:nvSpPr>
        <p:spPr>
          <a:xfrm>
            <a:off x="3931920" y="1783080"/>
            <a:ext cx="40233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Elastic time series data streams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99" name="Google Shape;499;p102"/>
          <p:cNvCxnSpPr/>
          <p:nvPr/>
        </p:nvCxnSpPr>
        <p:spPr>
          <a:xfrm>
            <a:off x="2286000" y="2103120"/>
            <a:ext cx="1645800" cy="0"/>
          </a:xfrm>
          <a:prstGeom prst="straightConnector1">
            <a:avLst/>
          </a:prstGeom>
          <a:noFill/>
          <a:ln cap="flat" cmpd="sng" w="31750">
            <a:solidFill>
              <a:srgbClr val="0B64DD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00" name="Google Shape;500;p102"/>
          <p:cNvSpPr txBox="1"/>
          <p:nvPr/>
        </p:nvSpPr>
        <p:spPr>
          <a:xfrm>
            <a:off x="2331720" y="1810512"/>
            <a:ext cx="1645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3385"/>
              </a:buClr>
              <a:buSzPts val="950"/>
              <a:buFont typeface="Arial"/>
              <a:buNone/>
            </a:pPr>
            <a:r>
              <a:rPr b="0" i="1" lang="en-US" sz="950" u="none" cap="none" strike="noStrike">
                <a:solidFill>
                  <a:srgbClr val="153385"/>
                </a:solidFill>
                <a:latin typeface="Arial"/>
                <a:ea typeface="Arial"/>
                <a:cs typeface="Arial"/>
                <a:sym typeface="Arial"/>
              </a:rPr>
              <a:t>remote_write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02"/>
          <p:cNvSpPr txBox="1"/>
          <p:nvPr/>
        </p:nvSpPr>
        <p:spPr>
          <a:xfrm>
            <a:off x="3977640" y="2487168"/>
            <a:ext cx="3840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3385"/>
              </a:buClr>
              <a:buSzPts val="950"/>
              <a:buFont typeface="Arial"/>
              <a:buNone/>
            </a:pPr>
            <a:r>
              <a:rPr b="0" i="1" lang="en-US" sz="950" u="none" cap="none" strike="noStrike">
                <a:solidFill>
                  <a:srgbClr val="153385"/>
                </a:solidFill>
                <a:latin typeface="Arial"/>
                <a:ea typeface="Arial"/>
                <a:cs typeface="Arial"/>
                <a:sym typeface="Arial"/>
              </a:rPr>
              <a:t>PromQL keeps working — dashboards unchanged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02"/>
          <p:cNvSpPr txBox="1"/>
          <p:nvPr/>
        </p:nvSpPr>
        <p:spPr>
          <a:xfrm>
            <a:off x="548640" y="3063240"/>
            <a:ext cx="7315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64D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64DD"/>
                </a:solidFill>
                <a:latin typeface="Arial"/>
                <a:ea typeface="Arial"/>
                <a:cs typeface="Arial"/>
                <a:sym typeface="Arial"/>
              </a:rPr>
              <a:t>2 — Historical backfill: straight from the bucket (Thanos is not in the data path)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02"/>
          <p:cNvSpPr/>
          <p:nvPr/>
        </p:nvSpPr>
        <p:spPr>
          <a:xfrm>
            <a:off x="548640" y="3429000"/>
            <a:ext cx="1828800" cy="777300"/>
          </a:xfrm>
          <a:prstGeom prst="roundRect">
            <a:avLst>
              <a:gd fmla="val 8235" name="adj"/>
            </a:avLst>
          </a:prstGeom>
          <a:solidFill>
            <a:srgbClr val="DCE2EA"/>
          </a:solidFill>
          <a:ln cap="flat" cmpd="sng" w="12700">
            <a:solidFill>
              <a:srgbClr val="153385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AAB4C4">
                <a:alpha val="3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4" name="Google Shape;504;p102"/>
          <p:cNvSpPr txBox="1"/>
          <p:nvPr/>
        </p:nvSpPr>
        <p:spPr>
          <a:xfrm>
            <a:off x="548640" y="3429000"/>
            <a:ext cx="18288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Object store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(S3 / GCS / Azure)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102"/>
          <p:cNvSpPr/>
          <p:nvPr/>
        </p:nvSpPr>
        <p:spPr>
          <a:xfrm>
            <a:off x="2880360" y="3429000"/>
            <a:ext cx="1554600" cy="777300"/>
          </a:xfrm>
          <a:prstGeom prst="roundRect">
            <a:avLst>
              <a:gd fmla="val 8235" name="adj"/>
            </a:avLst>
          </a:prstGeom>
          <a:solidFill>
            <a:srgbClr val="FFFFFF"/>
          </a:solidFill>
          <a:ln cap="flat" cmpd="sng" w="12700">
            <a:solidFill>
              <a:srgbClr val="153385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AAB4C4">
                <a:alpha val="3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6" name="Google Shape;506;p102"/>
          <p:cNvSpPr txBox="1"/>
          <p:nvPr/>
        </p:nvSpPr>
        <p:spPr>
          <a:xfrm>
            <a:off x="2880360" y="3429000"/>
            <a:ext cx="15546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Export worker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dump blocks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02"/>
          <p:cNvSpPr/>
          <p:nvPr/>
        </p:nvSpPr>
        <p:spPr>
          <a:xfrm>
            <a:off x="4892040" y="3429000"/>
            <a:ext cx="1554600" cy="777300"/>
          </a:xfrm>
          <a:prstGeom prst="roundRect">
            <a:avLst>
              <a:gd fmla="val 8235" name="adj"/>
            </a:avLst>
          </a:prstGeom>
          <a:solidFill>
            <a:srgbClr val="FFFFFF"/>
          </a:solidFill>
          <a:ln cap="flat" cmpd="sng" w="12700">
            <a:solidFill>
              <a:srgbClr val="153385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AAB4C4">
                <a:alpha val="3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8" name="Google Shape;508;p102"/>
          <p:cNvSpPr txBox="1"/>
          <p:nvPr/>
        </p:nvSpPr>
        <p:spPr>
          <a:xfrm>
            <a:off x="4892040" y="3429000"/>
            <a:ext cx="15546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Transform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labels → dimensions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102"/>
          <p:cNvSpPr/>
          <p:nvPr/>
        </p:nvSpPr>
        <p:spPr>
          <a:xfrm>
            <a:off x="6903720" y="3429000"/>
            <a:ext cx="1554600" cy="777300"/>
          </a:xfrm>
          <a:prstGeom prst="roundRect">
            <a:avLst>
              <a:gd fmla="val 8235" name="adj"/>
            </a:avLst>
          </a:prstGeom>
          <a:solidFill>
            <a:srgbClr val="FFFFFF"/>
          </a:solidFill>
          <a:ln cap="flat" cmpd="sng" w="12700">
            <a:solidFill>
              <a:srgbClr val="153385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AAB4C4">
                <a:alpha val="3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0" name="Google Shape;510;p102"/>
          <p:cNvSpPr txBox="1"/>
          <p:nvPr/>
        </p:nvSpPr>
        <p:spPr>
          <a:xfrm>
            <a:off x="6903720" y="3429000"/>
            <a:ext cx="15546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Bulk load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idempotent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11" name="Google Shape;511;p102"/>
          <p:cNvCxnSpPr/>
          <p:nvPr/>
        </p:nvCxnSpPr>
        <p:spPr>
          <a:xfrm>
            <a:off x="2377440" y="3813048"/>
            <a:ext cx="502800" cy="0"/>
          </a:xfrm>
          <a:prstGeom prst="straightConnector1">
            <a:avLst/>
          </a:prstGeom>
          <a:noFill/>
          <a:ln cap="flat" cmpd="sng" w="25400">
            <a:solidFill>
              <a:srgbClr val="153385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512" name="Google Shape;512;p102"/>
          <p:cNvCxnSpPr/>
          <p:nvPr/>
        </p:nvCxnSpPr>
        <p:spPr>
          <a:xfrm>
            <a:off x="4434840" y="3813048"/>
            <a:ext cx="457200" cy="0"/>
          </a:xfrm>
          <a:prstGeom prst="straightConnector1">
            <a:avLst/>
          </a:prstGeom>
          <a:noFill/>
          <a:ln cap="flat" cmpd="sng" w="25400">
            <a:solidFill>
              <a:srgbClr val="153385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513" name="Google Shape;513;p102"/>
          <p:cNvCxnSpPr/>
          <p:nvPr/>
        </p:nvCxnSpPr>
        <p:spPr>
          <a:xfrm>
            <a:off x="6446520" y="3813048"/>
            <a:ext cx="457200" cy="0"/>
          </a:xfrm>
          <a:prstGeom prst="straightConnector1">
            <a:avLst/>
          </a:prstGeom>
          <a:noFill/>
          <a:ln cap="flat" cmpd="sng" w="25400">
            <a:solidFill>
              <a:srgbClr val="153385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514" name="Google Shape;514;p102"/>
          <p:cNvCxnSpPr/>
          <p:nvPr/>
        </p:nvCxnSpPr>
        <p:spPr>
          <a:xfrm>
            <a:off x="7680960" y="2468880"/>
            <a:ext cx="0" cy="914400"/>
          </a:xfrm>
          <a:prstGeom prst="straightConnector1">
            <a:avLst/>
          </a:prstGeom>
          <a:noFill/>
          <a:ln cap="flat" cmpd="sng" w="31750">
            <a:solidFill>
              <a:srgbClr val="0B64DD"/>
            </a:solidFill>
            <a:prstDash val="solid"/>
            <a:round/>
            <a:headEnd len="med" w="med" type="triangle"/>
            <a:tailEnd len="sm" w="sm" type="none"/>
          </a:ln>
        </p:spPr>
      </p:cxnSp>
      <p:sp>
        <p:nvSpPr>
          <p:cNvPr id="515" name="Google Shape;515;p102"/>
          <p:cNvSpPr txBox="1"/>
          <p:nvPr/>
        </p:nvSpPr>
        <p:spPr>
          <a:xfrm>
            <a:off x="548640" y="4343400"/>
            <a:ext cx="7863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3385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153385"/>
                </a:solidFill>
                <a:latin typeface="Arial"/>
                <a:ea typeface="Arial"/>
                <a:cs typeface="Arial"/>
                <a:sym typeface="Arial"/>
              </a:rPr>
              <a:t>Elasticsearch 9.5 creates the historical indices automatically as year-old samples arrive — no manual index management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02"/>
          <p:cNvSpPr/>
          <p:nvPr/>
        </p:nvSpPr>
        <p:spPr>
          <a:xfrm>
            <a:off x="548640" y="4892040"/>
            <a:ext cx="4114800" cy="502800"/>
          </a:xfrm>
          <a:prstGeom prst="roundRect">
            <a:avLst>
              <a:gd fmla="val 16364" name="adj"/>
            </a:avLst>
          </a:prstGeom>
          <a:solidFill>
            <a:srgbClr val="FFFFFF"/>
          </a:solidFill>
          <a:ln cap="flat" cmpd="sng" w="15875">
            <a:solidFill>
              <a:srgbClr val="F04E9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" name="Google Shape;517;p102"/>
          <p:cNvSpPr txBox="1"/>
          <p:nvPr/>
        </p:nvSpPr>
        <p:spPr>
          <a:xfrm>
            <a:off x="685800" y="4892040"/>
            <a:ext cx="3931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04E98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04E98"/>
                </a:solidFill>
                <a:latin typeface="Arial"/>
                <a:ea typeface="Arial"/>
                <a:cs typeface="Arial"/>
                <a:sym typeface="Arial"/>
              </a:rPr>
              <a:t>Thanos compactor stopped — bucket is immutable during export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02"/>
          <p:cNvSpPr txBox="1"/>
          <p:nvPr/>
        </p:nvSpPr>
        <p:spPr>
          <a:xfrm>
            <a:off x="548640" y="5577840"/>
            <a:ext cx="76809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4354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A4354"/>
                </a:solidFill>
                <a:latin typeface="Arial"/>
                <a:ea typeface="Arial"/>
                <a:cs typeface="Arial"/>
                <a:sym typeface="Arial"/>
              </a:rPr>
              <a:t>Every load is safely re-runnable: a crashed job is resumed by running it again — duplicates are detected, never doubled.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02"/>
          <p:cNvSpPr/>
          <p:nvPr/>
        </p:nvSpPr>
        <p:spPr>
          <a:xfrm>
            <a:off x="8549640" y="1554480"/>
            <a:ext cx="3108900" cy="1326000"/>
          </a:xfrm>
          <a:prstGeom prst="roundRect">
            <a:avLst>
              <a:gd fmla="val 6207" name="adj"/>
            </a:avLst>
          </a:prstGeom>
          <a:solidFill>
            <a:srgbClr val="F5F7FA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0" name="Google Shape;520;p102"/>
          <p:cNvSpPr/>
          <p:nvPr/>
        </p:nvSpPr>
        <p:spPr>
          <a:xfrm>
            <a:off x="8750808" y="1755648"/>
            <a:ext cx="310800" cy="310800"/>
          </a:xfrm>
          <a:prstGeom prst="ellipse">
            <a:avLst/>
          </a:prstGeom>
          <a:solidFill>
            <a:srgbClr val="48EF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1" name="Google Shape;521;p102"/>
          <p:cNvSpPr txBox="1"/>
          <p:nvPr/>
        </p:nvSpPr>
        <p:spPr>
          <a:xfrm>
            <a:off x="8750808" y="1755648"/>
            <a:ext cx="3108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C3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01C3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102"/>
          <p:cNvSpPr txBox="1"/>
          <p:nvPr/>
        </p:nvSpPr>
        <p:spPr>
          <a:xfrm>
            <a:off x="9171432" y="1700784"/>
            <a:ext cx="2331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Query parity, proven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02"/>
          <p:cNvSpPr txBox="1"/>
          <p:nvPr/>
        </p:nvSpPr>
        <p:spPr>
          <a:xfrm>
            <a:off x="9171432" y="2084832"/>
            <a:ext cx="23316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4354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A4354"/>
                </a:solidFill>
                <a:latin typeface="Arial"/>
                <a:ea typeface="Arial"/>
                <a:cs typeface="Arial"/>
                <a:sym typeface="Arial"/>
              </a:rPr>
              <a:t>Identical PromQL on Thanos and Elastic: gauges match exactly, rate() within 0.25%.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102"/>
          <p:cNvSpPr/>
          <p:nvPr/>
        </p:nvSpPr>
        <p:spPr>
          <a:xfrm>
            <a:off x="8549640" y="3017520"/>
            <a:ext cx="3108900" cy="1326000"/>
          </a:xfrm>
          <a:prstGeom prst="roundRect">
            <a:avLst>
              <a:gd fmla="val 6207" name="adj"/>
            </a:avLst>
          </a:prstGeom>
          <a:solidFill>
            <a:srgbClr val="F5F7FA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5" name="Google Shape;525;p102"/>
          <p:cNvSpPr/>
          <p:nvPr/>
        </p:nvSpPr>
        <p:spPr>
          <a:xfrm>
            <a:off x="8750808" y="3218688"/>
            <a:ext cx="310800" cy="310800"/>
          </a:xfrm>
          <a:prstGeom prst="ellipse">
            <a:avLst/>
          </a:prstGeom>
          <a:solidFill>
            <a:srgbClr val="48EF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6" name="Google Shape;526;p102"/>
          <p:cNvSpPr txBox="1"/>
          <p:nvPr/>
        </p:nvSpPr>
        <p:spPr>
          <a:xfrm>
            <a:off x="8750808" y="3218688"/>
            <a:ext cx="3108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C3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01C3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" name="Google Shape;527;p102"/>
          <p:cNvSpPr txBox="1"/>
          <p:nvPr/>
        </p:nvSpPr>
        <p:spPr>
          <a:xfrm>
            <a:off x="9171432" y="3163824"/>
            <a:ext cx="2331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Predictable duration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02"/>
          <p:cNvSpPr txBox="1"/>
          <p:nvPr/>
        </p:nvSpPr>
        <p:spPr>
          <a:xfrm>
            <a:off x="9171432" y="3547872"/>
            <a:ext cx="23316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4354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A4354"/>
                </a:solidFill>
                <a:latin typeface="Arial"/>
                <a:ea typeface="Arial"/>
                <a:cs typeface="Arial"/>
                <a:sym typeface="Arial"/>
              </a:rPr>
              <a:t>A typical 12-month estate (~20B samples) migrates in about a day and a half.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102"/>
          <p:cNvSpPr/>
          <p:nvPr/>
        </p:nvSpPr>
        <p:spPr>
          <a:xfrm>
            <a:off x="8549640" y="4480560"/>
            <a:ext cx="3108900" cy="1326000"/>
          </a:xfrm>
          <a:prstGeom prst="roundRect">
            <a:avLst>
              <a:gd fmla="val 6207" name="adj"/>
            </a:avLst>
          </a:prstGeom>
          <a:solidFill>
            <a:srgbClr val="F5F7FA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0" name="Google Shape;530;p102"/>
          <p:cNvSpPr/>
          <p:nvPr/>
        </p:nvSpPr>
        <p:spPr>
          <a:xfrm>
            <a:off x="8750808" y="4681728"/>
            <a:ext cx="310800" cy="310800"/>
          </a:xfrm>
          <a:prstGeom prst="ellipse">
            <a:avLst/>
          </a:prstGeom>
          <a:solidFill>
            <a:srgbClr val="48EF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1" name="Google Shape;531;p102"/>
          <p:cNvSpPr txBox="1"/>
          <p:nvPr/>
        </p:nvSpPr>
        <p:spPr>
          <a:xfrm>
            <a:off x="8750808" y="4681728"/>
            <a:ext cx="3108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C3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01C3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02"/>
          <p:cNvSpPr txBox="1"/>
          <p:nvPr/>
        </p:nvSpPr>
        <p:spPr>
          <a:xfrm>
            <a:off x="9171432" y="4626864"/>
            <a:ext cx="2331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Zero-risk rollback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102"/>
          <p:cNvSpPr txBox="1"/>
          <p:nvPr/>
        </p:nvSpPr>
        <p:spPr>
          <a:xfrm>
            <a:off x="9171432" y="5010912"/>
            <a:ext cx="23316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4354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A4354"/>
                </a:solidFill>
                <a:latin typeface="Arial"/>
                <a:ea typeface="Arial"/>
                <a:cs typeface="Arial"/>
                <a:sym typeface="Arial"/>
              </a:rPr>
              <a:t>The bucket is never modified — Grafana can point back at Thanos at any moment.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38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p103"/>
          <p:cNvSpPr txBox="1"/>
          <p:nvPr/>
        </p:nvSpPr>
        <p:spPr>
          <a:xfrm>
            <a:off x="823550" y="1011525"/>
            <a:ext cx="10545000" cy="814500"/>
          </a:xfrm>
          <a:prstGeom prst="rect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rPr>
              <a:t>{__name__="node_cpu_seconds_total", cpu="0", mode="idle", instance="host-1:9100", job="node", prometheus_replica="prom-0"} 12345.67 1759276800000</a:t>
            </a:r>
            <a:endParaRPr sz="2000">
              <a:solidFill>
                <a:srgbClr val="1C1E2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0" name="Google Shape;540;p103"/>
          <p:cNvSpPr txBox="1"/>
          <p:nvPr/>
        </p:nvSpPr>
        <p:spPr>
          <a:xfrm>
            <a:off x="2291600" y="1011525"/>
            <a:ext cx="51561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1C1E2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1" name="Google Shape;541;p103"/>
          <p:cNvSpPr txBox="1"/>
          <p:nvPr/>
        </p:nvSpPr>
        <p:spPr>
          <a:xfrm>
            <a:off x="859350" y="492325"/>
            <a:ext cx="2784000" cy="31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rPr>
              <a:t>Prometheus block</a:t>
            </a:r>
            <a:endParaRPr sz="2400">
              <a:solidFill>
                <a:srgbClr val="1C1E2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2" name="Google Shape;542;p103"/>
          <p:cNvSpPr/>
          <p:nvPr/>
        </p:nvSpPr>
        <p:spPr>
          <a:xfrm>
            <a:off x="5541275" y="2166888"/>
            <a:ext cx="814500" cy="10920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3" name="Google Shape;543;p103"/>
          <p:cNvSpPr txBox="1"/>
          <p:nvPr/>
        </p:nvSpPr>
        <p:spPr>
          <a:xfrm>
            <a:off x="823775" y="3890338"/>
            <a:ext cx="10679100" cy="2554800"/>
          </a:xfrm>
          <a:prstGeom prst="rect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rPr>
              <a:t>{</a:t>
            </a:r>
            <a:endParaRPr sz="2000">
              <a:solidFill>
                <a:srgbClr val="1C1E23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rPr>
              <a:t>  "@timestamp": "2025-10-01T00:00:00.000Z",</a:t>
            </a:r>
            <a:endParaRPr sz="2000">
              <a:solidFill>
                <a:srgbClr val="1C1E23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rPr>
              <a:t>  "data_stream": {"type": "metrics", "dataset": "migrated.prometheus", "namespace": "default"},</a:t>
            </a:r>
            <a:endParaRPr sz="2000">
              <a:solidFill>
                <a:srgbClr val="1C1E23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rPr>
              <a:t>  "labels": {"__name__": "node_cpu_seconds_total", "cpu": "0", "mode": "idle", "instance": "host-1:9100", "job": "node"},</a:t>
            </a:r>
            <a:endParaRPr sz="2000">
              <a:solidFill>
                <a:srgbClr val="1C1E23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0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rPr>
              <a:t>  "metrics": {"node_cpu_seconds_total": 12345.67}</a:t>
            </a:r>
            <a:endParaRPr sz="2000">
              <a:solidFill>
                <a:srgbClr val="1C1E23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rPr>
              <a:t>}</a:t>
            </a:r>
            <a:endParaRPr sz="2000">
              <a:solidFill>
                <a:srgbClr val="1C1E2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4" name="Google Shape;544;p103"/>
          <p:cNvSpPr txBox="1"/>
          <p:nvPr/>
        </p:nvSpPr>
        <p:spPr>
          <a:xfrm>
            <a:off x="2291824" y="3890341"/>
            <a:ext cx="51561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1C1E2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5" name="Google Shape;545;p103"/>
          <p:cNvSpPr txBox="1"/>
          <p:nvPr/>
        </p:nvSpPr>
        <p:spPr>
          <a:xfrm>
            <a:off x="859574" y="3371141"/>
            <a:ext cx="2784000" cy="31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1C1E23"/>
                </a:solidFill>
                <a:latin typeface="Inter"/>
                <a:ea typeface="Inter"/>
                <a:cs typeface="Inter"/>
                <a:sym typeface="Inter"/>
              </a:rPr>
              <a:t>Elastic document</a:t>
            </a:r>
            <a:endParaRPr sz="2400">
              <a:solidFill>
                <a:srgbClr val="1C1E23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104"/>
          <p:cNvSpPr txBox="1"/>
          <p:nvPr/>
        </p:nvSpPr>
        <p:spPr>
          <a:xfrm>
            <a:off x="548640" y="292608"/>
            <a:ext cx="110643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B64DD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B64DD"/>
                </a:solidFill>
                <a:latin typeface="Arial"/>
                <a:ea typeface="Arial"/>
                <a:cs typeface="Arial"/>
                <a:sym typeface="Arial"/>
              </a:rPr>
              <a:t>AFTER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104"/>
          <p:cNvSpPr txBox="1"/>
          <p:nvPr/>
        </p:nvSpPr>
        <p:spPr>
          <a:xfrm>
            <a:off x="548640" y="566928"/>
            <a:ext cx="110643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One platform, 12 months of unified history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104"/>
          <p:cNvSpPr/>
          <p:nvPr/>
        </p:nvSpPr>
        <p:spPr>
          <a:xfrm>
            <a:off x="1188720" y="1600200"/>
            <a:ext cx="2103000" cy="502800"/>
          </a:xfrm>
          <a:prstGeom prst="roundRect">
            <a:avLst>
              <a:gd fmla="val 12727" name="adj"/>
            </a:avLst>
          </a:prstGeom>
          <a:solidFill>
            <a:srgbClr val="DCE2EA"/>
          </a:solidFill>
          <a:ln cap="flat" cmpd="sng" w="12700">
            <a:solidFill>
              <a:srgbClr val="153385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AAB4C4">
                <a:alpha val="3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104"/>
          <p:cNvSpPr txBox="1"/>
          <p:nvPr/>
        </p:nvSpPr>
        <p:spPr>
          <a:xfrm>
            <a:off x="1188720" y="1600200"/>
            <a:ext cx="2103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Grafana (PromQL)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104"/>
          <p:cNvSpPr/>
          <p:nvPr/>
        </p:nvSpPr>
        <p:spPr>
          <a:xfrm>
            <a:off x="3566160" y="1600200"/>
            <a:ext cx="2103000" cy="502800"/>
          </a:xfrm>
          <a:prstGeom prst="roundRect">
            <a:avLst>
              <a:gd fmla="val 12727" name="adj"/>
            </a:avLst>
          </a:prstGeom>
          <a:solidFill>
            <a:srgbClr val="DCE2EA"/>
          </a:solidFill>
          <a:ln cap="flat" cmpd="sng" w="12700">
            <a:solidFill>
              <a:srgbClr val="153385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AAB4C4">
                <a:alpha val="3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" name="Google Shape;556;p104"/>
          <p:cNvSpPr txBox="1"/>
          <p:nvPr/>
        </p:nvSpPr>
        <p:spPr>
          <a:xfrm>
            <a:off x="3566160" y="1600200"/>
            <a:ext cx="2103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Kibana (PromQL + ES|QL)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104"/>
          <p:cNvSpPr/>
          <p:nvPr/>
        </p:nvSpPr>
        <p:spPr>
          <a:xfrm>
            <a:off x="548640" y="2834640"/>
            <a:ext cx="1737300" cy="548700"/>
          </a:xfrm>
          <a:prstGeom prst="roundRect">
            <a:avLst>
              <a:gd fmla="val 11667" name="adj"/>
            </a:avLst>
          </a:prstGeom>
          <a:solidFill>
            <a:srgbClr val="FFFFFF"/>
          </a:solidFill>
          <a:ln cap="flat" cmpd="sng" w="12700">
            <a:solidFill>
              <a:srgbClr val="153385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AAB4C4">
                <a:alpha val="349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104"/>
          <p:cNvSpPr txBox="1"/>
          <p:nvPr/>
        </p:nvSpPr>
        <p:spPr>
          <a:xfrm>
            <a:off x="548640" y="2834640"/>
            <a:ext cx="1737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Prometheus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104"/>
          <p:cNvSpPr/>
          <p:nvPr/>
        </p:nvSpPr>
        <p:spPr>
          <a:xfrm>
            <a:off x="2834640" y="2697480"/>
            <a:ext cx="4206300" cy="3017400"/>
          </a:xfrm>
          <a:prstGeom prst="roundRect">
            <a:avLst>
              <a:gd fmla="val 2727" name="adj"/>
            </a:avLst>
          </a:prstGeom>
          <a:solidFill>
            <a:srgbClr val="0B64DD"/>
          </a:solidFill>
          <a:ln cap="flat" cmpd="sng" w="12700">
            <a:solidFill>
              <a:srgbClr val="15338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Google Shape;560;p104"/>
          <p:cNvSpPr txBox="1"/>
          <p:nvPr/>
        </p:nvSpPr>
        <p:spPr>
          <a:xfrm>
            <a:off x="3063240" y="2834640"/>
            <a:ext cx="37491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Elastic Observability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04"/>
          <p:cNvSpPr/>
          <p:nvPr/>
        </p:nvSpPr>
        <p:spPr>
          <a:xfrm>
            <a:off x="3063240" y="3291840"/>
            <a:ext cx="3749100" cy="548700"/>
          </a:xfrm>
          <a:prstGeom prst="roundRect">
            <a:avLst>
              <a:gd fmla="val 11667" name="adj"/>
            </a:avLst>
          </a:prstGeom>
          <a:solidFill>
            <a:srgbClr val="153385"/>
          </a:solidFill>
          <a:ln cap="flat" cmpd="sng" w="12700">
            <a:solidFill>
              <a:srgbClr val="15338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104"/>
          <p:cNvSpPr txBox="1"/>
          <p:nvPr/>
        </p:nvSpPr>
        <p:spPr>
          <a:xfrm>
            <a:off x="3063240" y="3291840"/>
            <a:ext cx="37491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Metrics · logs · traces — correlated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104"/>
          <p:cNvSpPr/>
          <p:nvPr/>
        </p:nvSpPr>
        <p:spPr>
          <a:xfrm>
            <a:off x="3063240" y="3977640"/>
            <a:ext cx="1783200" cy="502800"/>
          </a:xfrm>
          <a:prstGeom prst="roundRect">
            <a:avLst>
              <a:gd fmla="val 12727" name="adj"/>
            </a:avLst>
          </a:prstGeom>
          <a:solidFill>
            <a:srgbClr val="FFFFFF"/>
          </a:solidFill>
          <a:ln cap="flat" cmpd="sng" w="12700">
            <a:solidFill>
              <a:srgbClr val="15338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4" name="Google Shape;564;p104"/>
          <p:cNvSpPr txBox="1"/>
          <p:nvPr/>
        </p:nvSpPr>
        <p:spPr>
          <a:xfrm>
            <a:off x="3063240" y="3977640"/>
            <a:ext cx="17832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Hot: recent data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104"/>
          <p:cNvSpPr/>
          <p:nvPr/>
        </p:nvSpPr>
        <p:spPr>
          <a:xfrm>
            <a:off x="5029200" y="3977640"/>
            <a:ext cx="1783200" cy="502800"/>
          </a:xfrm>
          <a:prstGeom prst="roundRect">
            <a:avLst>
              <a:gd fmla="val 12727" name="adj"/>
            </a:avLst>
          </a:prstGeom>
          <a:solidFill>
            <a:srgbClr val="FFFFFF"/>
          </a:solidFill>
          <a:ln cap="flat" cmpd="sng" w="12700">
            <a:solidFill>
              <a:srgbClr val="15338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6" name="Google Shape;566;p104"/>
          <p:cNvSpPr txBox="1"/>
          <p:nvPr/>
        </p:nvSpPr>
        <p:spPr>
          <a:xfrm>
            <a:off x="5029200" y="3977640"/>
            <a:ext cx="17832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Frozen: history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104"/>
          <p:cNvSpPr/>
          <p:nvPr/>
        </p:nvSpPr>
        <p:spPr>
          <a:xfrm>
            <a:off x="3063240" y="4617720"/>
            <a:ext cx="3749100" cy="502800"/>
          </a:xfrm>
          <a:prstGeom prst="roundRect">
            <a:avLst>
              <a:gd fmla="val 12727" name="adj"/>
            </a:avLst>
          </a:prstGeom>
          <a:solidFill>
            <a:srgbClr val="48EFCF"/>
          </a:solidFill>
          <a:ln cap="flat" cmpd="sng" w="12700">
            <a:solidFill>
              <a:srgbClr val="15338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8" name="Google Shape;568;p104"/>
          <p:cNvSpPr txBox="1"/>
          <p:nvPr/>
        </p:nvSpPr>
        <p:spPr>
          <a:xfrm>
            <a:off x="3063240" y="4617720"/>
            <a:ext cx="37491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500" lIns="500" spcFirstLastPara="1" rIns="500" wrap="square" tIns="5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C3F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101C3F"/>
                </a:solidFill>
                <a:latin typeface="Arial"/>
                <a:ea typeface="Arial"/>
                <a:cs typeface="Arial"/>
                <a:sym typeface="Arial"/>
              </a:rPr>
              <a:t>12 months of metrics retention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104"/>
          <p:cNvSpPr txBox="1"/>
          <p:nvPr/>
        </p:nvSpPr>
        <p:spPr>
          <a:xfrm>
            <a:off x="3063240" y="5257800"/>
            <a:ext cx="37491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Arial"/>
              <a:buNone/>
            </a:pPr>
            <a:r>
              <a:rPr b="0" i="1" lang="en-US" sz="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compare this week to the same week last year — one PromQL query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70" name="Google Shape;570;p104"/>
          <p:cNvCxnSpPr/>
          <p:nvPr/>
        </p:nvCxnSpPr>
        <p:spPr>
          <a:xfrm>
            <a:off x="2286000" y="3108960"/>
            <a:ext cx="548700" cy="0"/>
          </a:xfrm>
          <a:prstGeom prst="straightConnector1">
            <a:avLst/>
          </a:prstGeom>
          <a:noFill/>
          <a:ln cap="flat" cmpd="sng" w="31750">
            <a:solidFill>
              <a:srgbClr val="0B64DD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571" name="Google Shape;571;p104"/>
          <p:cNvCxnSpPr/>
          <p:nvPr/>
        </p:nvCxnSpPr>
        <p:spPr>
          <a:xfrm>
            <a:off x="2240280" y="2103120"/>
            <a:ext cx="594300" cy="685800"/>
          </a:xfrm>
          <a:prstGeom prst="straightConnector1">
            <a:avLst/>
          </a:prstGeom>
          <a:noFill/>
          <a:ln cap="flat" cmpd="sng" w="25400">
            <a:solidFill>
              <a:srgbClr val="153385"/>
            </a:solidFill>
            <a:prstDash val="solid"/>
            <a:round/>
            <a:headEnd len="sm" w="sm" type="none"/>
            <a:tailEnd len="med" w="med" type="triangle"/>
          </a:ln>
        </p:spPr>
      </p:cxnSp>
      <p:cxnSp>
        <p:nvCxnSpPr>
          <p:cNvPr id="572" name="Google Shape;572;p104"/>
          <p:cNvCxnSpPr/>
          <p:nvPr/>
        </p:nvCxnSpPr>
        <p:spPr>
          <a:xfrm>
            <a:off x="4617720" y="2103120"/>
            <a:ext cx="274200" cy="594300"/>
          </a:xfrm>
          <a:prstGeom prst="straightConnector1">
            <a:avLst/>
          </a:prstGeom>
          <a:noFill/>
          <a:ln cap="flat" cmpd="sng" w="25400">
            <a:solidFill>
              <a:srgbClr val="153385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73" name="Google Shape;573;p104"/>
          <p:cNvSpPr/>
          <p:nvPr/>
        </p:nvSpPr>
        <p:spPr>
          <a:xfrm>
            <a:off x="548640" y="4206240"/>
            <a:ext cx="1920300" cy="1508700"/>
          </a:xfrm>
          <a:prstGeom prst="roundRect">
            <a:avLst>
              <a:gd fmla="val 5455" name="adj"/>
            </a:avLst>
          </a:prstGeom>
          <a:solidFill>
            <a:srgbClr val="F5F7FA"/>
          </a:solidFill>
          <a:ln cap="flat" cmpd="sng" w="12700">
            <a:solidFill>
              <a:srgbClr val="9AA6B8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4" name="Google Shape;574;p104"/>
          <p:cNvSpPr txBox="1"/>
          <p:nvPr/>
        </p:nvSpPr>
        <p:spPr>
          <a:xfrm>
            <a:off x="548640" y="4343400"/>
            <a:ext cx="19203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A93A3"/>
              </a:buClr>
              <a:buSzPts val="1100"/>
              <a:buFont typeface="Arial"/>
              <a:buNone/>
            </a:pPr>
            <a:r>
              <a:rPr b="1" i="0" lang="en-US" sz="1100" u="none" cap="none" strike="sngStrike">
                <a:solidFill>
                  <a:srgbClr val="8A93A3"/>
                </a:solidFill>
                <a:latin typeface="Arial"/>
                <a:ea typeface="Arial"/>
                <a:cs typeface="Arial"/>
                <a:sym typeface="Arial"/>
              </a:rPr>
              <a:t>Thanos compute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A93A3"/>
              </a:buClr>
              <a:buSzPts val="1100"/>
              <a:buFont typeface="Arial"/>
              <a:buNone/>
            </a:pPr>
            <a:r>
              <a:rPr b="1" i="0" lang="en-US" sz="1100" u="none" cap="none" strike="sngStrike">
                <a:solidFill>
                  <a:srgbClr val="8A93A3"/>
                </a:solidFill>
                <a:latin typeface="Arial"/>
                <a:ea typeface="Arial"/>
                <a:cs typeface="Arial"/>
                <a:sym typeface="Arial"/>
              </a:rPr>
              <a:t>retired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104"/>
          <p:cNvSpPr txBox="1"/>
          <p:nvPr/>
        </p:nvSpPr>
        <p:spPr>
          <a:xfrm>
            <a:off x="548640" y="5029200"/>
            <a:ext cx="1920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A93A3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8A93A3"/>
                </a:solidFill>
                <a:latin typeface="Arial"/>
                <a:ea typeface="Arial"/>
                <a:cs typeface="Arial"/>
                <a:sym typeface="Arial"/>
              </a:rPr>
              <a:t>bucket kept 6–12 mo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A93A3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8A93A3"/>
                </a:solidFill>
                <a:latin typeface="Arial"/>
                <a:ea typeface="Arial"/>
                <a:cs typeface="Arial"/>
                <a:sym typeface="Arial"/>
              </a:rPr>
              <a:t>as rollback, then deleted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104"/>
          <p:cNvSpPr/>
          <p:nvPr/>
        </p:nvSpPr>
        <p:spPr>
          <a:xfrm>
            <a:off x="7635240" y="1554480"/>
            <a:ext cx="4023300" cy="1371600"/>
          </a:xfrm>
          <a:prstGeom prst="roundRect">
            <a:avLst>
              <a:gd fmla="val 6000" name="adj"/>
            </a:avLst>
          </a:prstGeom>
          <a:solidFill>
            <a:srgbClr val="F5F7FA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7" name="Google Shape;577;p104"/>
          <p:cNvSpPr/>
          <p:nvPr/>
        </p:nvSpPr>
        <p:spPr>
          <a:xfrm>
            <a:off x="7836408" y="1755648"/>
            <a:ext cx="310800" cy="310800"/>
          </a:xfrm>
          <a:prstGeom prst="ellipse">
            <a:avLst/>
          </a:prstGeom>
          <a:solidFill>
            <a:srgbClr val="48EF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8" name="Google Shape;578;p104"/>
          <p:cNvSpPr txBox="1"/>
          <p:nvPr/>
        </p:nvSpPr>
        <p:spPr>
          <a:xfrm>
            <a:off x="7836408" y="1755648"/>
            <a:ext cx="3108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C3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01C3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104"/>
          <p:cNvSpPr txBox="1"/>
          <p:nvPr/>
        </p:nvSpPr>
        <p:spPr>
          <a:xfrm>
            <a:off x="8257032" y="1700784"/>
            <a:ext cx="3246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Cost neutral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104"/>
          <p:cNvSpPr txBox="1"/>
          <p:nvPr/>
        </p:nvSpPr>
        <p:spPr>
          <a:xfrm>
            <a:off x="8257032" y="2084832"/>
            <a:ext cx="32460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4354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A4354"/>
                </a:solidFill>
                <a:latin typeface="Arial"/>
                <a:ea typeface="Arial"/>
                <a:cs typeface="Arial"/>
                <a:sym typeface="Arial"/>
              </a:rPr>
              <a:t>Thanos queriers, store gateways, compactors, and receivers are gone; history ages on the frozen tier.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104"/>
          <p:cNvSpPr/>
          <p:nvPr/>
        </p:nvSpPr>
        <p:spPr>
          <a:xfrm>
            <a:off x="7635240" y="3108960"/>
            <a:ext cx="4023300" cy="1371600"/>
          </a:xfrm>
          <a:prstGeom prst="roundRect">
            <a:avLst>
              <a:gd fmla="val 6000" name="adj"/>
            </a:avLst>
          </a:prstGeom>
          <a:solidFill>
            <a:srgbClr val="F5F7FA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2" name="Google Shape;582;p104"/>
          <p:cNvSpPr/>
          <p:nvPr/>
        </p:nvSpPr>
        <p:spPr>
          <a:xfrm>
            <a:off x="7836408" y="3310128"/>
            <a:ext cx="310800" cy="310800"/>
          </a:xfrm>
          <a:prstGeom prst="ellipse">
            <a:avLst/>
          </a:prstGeom>
          <a:solidFill>
            <a:srgbClr val="48EF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3" name="Google Shape;583;p104"/>
          <p:cNvSpPr txBox="1"/>
          <p:nvPr/>
        </p:nvSpPr>
        <p:spPr>
          <a:xfrm>
            <a:off x="7836408" y="3310128"/>
            <a:ext cx="3108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C3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01C3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104"/>
          <p:cNvSpPr txBox="1"/>
          <p:nvPr/>
        </p:nvSpPr>
        <p:spPr>
          <a:xfrm>
            <a:off x="8257032" y="3255264"/>
            <a:ext cx="3246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Nothing to relearn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104"/>
          <p:cNvSpPr txBox="1"/>
          <p:nvPr/>
        </p:nvSpPr>
        <p:spPr>
          <a:xfrm>
            <a:off x="8257032" y="3639312"/>
            <a:ext cx="32460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4354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A4354"/>
                </a:solidFill>
                <a:latin typeface="Arial"/>
                <a:ea typeface="Arial"/>
                <a:cs typeface="Arial"/>
                <a:sym typeface="Arial"/>
              </a:rPr>
              <a:t>Dashboards and alerts keep their PromQL verbatim — Elastic answers the same query language natively.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104"/>
          <p:cNvSpPr/>
          <p:nvPr/>
        </p:nvSpPr>
        <p:spPr>
          <a:xfrm>
            <a:off x="7635240" y="4663440"/>
            <a:ext cx="4023300" cy="1371600"/>
          </a:xfrm>
          <a:prstGeom prst="roundRect">
            <a:avLst>
              <a:gd fmla="val 6000" name="adj"/>
            </a:avLst>
          </a:prstGeom>
          <a:solidFill>
            <a:srgbClr val="F5F7FA"/>
          </a:solidFill>
          <a:ln cap="flat" cmpd="sng" w="9525">
            <a:solidFill>
              <a:srgbClr val="DCE2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04"/>
          <p:cNvSpPr/>
          <p:nvPr/>
        </p:nvSpPr>
        <p:spPr>
          <a:xfrm>
            <a:off x="7836408" y="4864608"/>
            <a:ext cx="310800" cy="310800"/>
          </a:xfrm>
          <a:prstGeom prst="ellipse">
            <a:avLst/>
          </a:prstGeom>
          <a:solidFill>
            <a:srgbClr val="48EFC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p104"/>
          <p:cNvSpPr txBox="1"/>
          <p:nvPr/>
        </p:nvSpPr>
        <p:spPr>
          <a:xfrm>
            <a:off x="7836408" y="4864608"/>
            <a:ext cx="3108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C3F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01C3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104"/>
          <p:cNvSpPr txBox="1"/>
          <p:nvPr/>
        </p:nvSpPr>
        <p:spPr>
          <a:xfrm>
            <a:off x="8257032" y="4809744"/>
            <a:ext cx="32460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1E23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1C1E23"/>
                </a:solidFill>
                <a:latin typeface="Arial"/>
                <a:ea typeface="Arial"/>
                <a:cs typeface="Arial"/>
                <a:sym typeface="Arial"/>
              </a:rPr>
              <a:t>Faster answers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104"/>
          <p:cNvSpPr txBox="1"/>
          <p:nvPr/>
        </p:nvSpPr>
        <p:spPr>
          <a:xfrm>
            <a:off x="8257032" y="5193792"/>
            <a:ext cx="32460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4354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A4354"/>
                </a:solidFill>
                <a:latin typeface="Arial"/>
                <a:ea typeface="Arial"/>
                <a:cs typeface="Arial"/>
                <a:sym typeface="Arial"/>
              </a:rPr>
              <a:t>A metric spike, its logs, and the traces behind it — investigated in one place, not two.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01C3F"/>
        </a:solidFill>
      </p:bgPr>
    </p:bg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p105"/>
          <p:cNvSpPr txBox="1"/>
          <p:nvPr/>
        </p:nvSpPr>
        <p:spPr>
          <a:xfrm>
            <a:off x="548640" y="566928"/>
            <a:ext cx="110643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Verified end to end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05"/>
          <p:cNvSpPr txBox="1"/>
          <p:nvPr/>
        </p:nvSpPr>
        <p:spPr>
          <a:xfrm>
            <a:off x="548640" y="1691640"/>
            <a:ext cx="26517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8EFCF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48EFCF"/>
                </a:solidFill>
                <a:latin typeface="Arial"/>
                <a:ea typeface="Arial"/>
                <a:cs typeface="Arial"/>
                <a:sym typeface="Arial"/>
              </a:rPr>
              <a:t>Exact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05"/>
          <p:cNvSpPr txBox="1"/>
          <p:nvPr/>
        </p:nvSpPr>
        <p:spPr>
          <a:xfrm>
            <a:off x="548640" y="2560320"/>
            <a:ext cx="2514600" cy="105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2EA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DCE2EA"/>
                </a:solidFill>
                <a:latin typeface="Arial"/>
                <a:ea typeface="Arial"/>
                <a:cs typeface="Arial"/>
                <a:sym typeface="Arial"/>
              </a:rPr>
              <a:t>gauge values match Prometheus digit-for-digit after migration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05"/>
          <p:cNvSpPr txBox="1"/>
          <p:nvPr/>
        </p:nvSpPr>
        <p:spPr>
          <a:xfrm>
            <a:off x="3383280" y="1691640"/>
            <a:ext cx="26517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8EFCF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48EFCF"/>
                </a:solidFill>
                <a:latin typeface="Arial"/>
                <a:ea typeface="Arial"/>
                <a:cs typeface="Arial"/>
                <a:sym typeface="Arial"/>
              </a:rPr>
              <a:t>≤0.25%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05"/>
          <p:cNvSpPr txBox="1"/>
          <p:nvPr/>
        </p:nvSpPr>
        <p:spPr>
          <a:xfrm>
            <a:off x="3383280" y="2560320"/>
            <a:ext cx="2514600" cy="105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2EA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DCE2EA"/>
                </a:solidFill>
                <a:latin typeface="Arial"/>
                <a:ea typeface="Arial"/>
                <a:cs typeface="Arial"/>
                <a:sym typeface="Arial"/>
              </a:rPr>
              <a:t>rate() divergence across every compared bucket — resets included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05"/>
          <p:cNvSpPr txBox="1"/>
          <p:nvPr/>
        </p:nvSpPr>
        <p:spPr>
          <a:xfrm>
            <a:off x="6217920" y="1691640"/>
            <a:ext cx="26517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8EFCF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48EFCF"/>
                </a:solidFill>
                <a:latin typeface="Arial"/>
                <a:ea typeface="Arial"/>
                <a:cs typeface="Arial"/>
                <a:sym typeface="Arial"/>
              </a:rPr>
              <a:t>0 lost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05"/>
          <p:cNvSpPr txBox="1"/>
          <p:nvPr/>
        </p:nvSpPr>
        <p:spPr>
          <a:xfrm>
            <a:off x="6217920" y="2560320"/>
            <a:ext cx="2514600" cy="105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2EA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DCE2EA"/>
                </a:solidFill>
                <a:latin typeface="Arial"/>
                <a:ea typeface="Arial"/>
                <a:cs typeface="Arial"/>
                <a:sym typeface="Arial"/>
              </a:rPr>
              <a:t>every load is idempotent; failed runs are simply re-run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105"/>
          <p:cNvSpPr txBox="1"/>
          <p:nvPr/>
        </p:nvSpPr>
        <p:spPr>
          <a:xfrm>
            <a:off x="9052560" y="1691640"/>
            <a:ext cx="26517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8EFCF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48EFCF"/>
                </a:solidFill>
                <a:latin typeface="Arial"/>
                <a:ea typeface="Arial"/>
                <a:cs typeface="Arial"/>
                <a:sym typeface="Arial"/>
              </a:rPr>
              <a:t>~36 h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105"/>
          <p:cNvSpPr txBox="1"/>
          <p:nvPr/>
        </p:nvSpPr>
        <p:spPr>
          <a:xfrm>
            <a:off x="9052560" y="2560320"/>
            <a:ext cx="2514600" cy="105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2EA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DCE2EA"/>
                </a:solidFill>
                <a:latin typeface="Arial"/>
                <a:ea typeface="Arial"/>
                <a:cs typeface="Arial"/>
                <a:sym typeface="Arial"/>
              </a:rPr>
              <a:t>typical 12-month estate (~20B samples) at standard ingest capacity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05" name="Google Shape;605;p105"/>
          <p:cNvCxnSpPr/>
          <p:nvPr/>
        </p:nvCxnSpPr>
        <p:spPr>
          <a:xfrm>
            <a:off x="548640" y="3886200"/>
            <a:ext cx="11064300" cy="0"/>
          </a:xfrm>
          <a:prstGeom prst="straightConnector1">
            <a:avLst/>
          </a:prstGeom>
          <a:noFill/>
          <a:ln cap="flat" cmpd="sng" w="12700">
            <a:solidFill>
              <a:srgbClr val="15338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6" name="Google Shape;606;p105"/>
          <p:cNvSpPr txBox="1"/>
          <p:nvPr/>
        </p:nvSpPr>
        <p:spPr>
          <a:xfrm>
            <a:off x="548640" y="4114800"/>
            <a:ext cx="5486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Suggested next steps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105"/>
          <p:cNvSpPr/>
          <p:nvPr/>
        </p:nvSpPr>
        <p:spPr>
          <a:xfrm>
            <a:off x="548640" y="4663440"/>
            <a:ext cx="384000" cy="384000"/>
          </a:xfrm>
          <a:prstGeom prst="ellipse">
            <a:avLst/>
          </a:prstGeom>
          <a:solidFill>
            <a:srgbClr val="FEC51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8" name="Google Shape;608;p105"/>
          <p:cNvSpPr txBox="1"/>
          <p:nvPr/>
        </p:nvSpPr>
        <p:spPr>
          <a:xfrm>
            <a:off x="548640" y="4663440"/>
            <a:ext cx="384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C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01C3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Google Shape;609;p105"/>
          <p:cNvSpPr txBox="1"/>
          <p:nvPr/>
        </p:nvSpPr>
        <p:spPr>
          <a:xfrm>
            <a:off x="1078992" y="4645152"/>
            <a:ext cx="3108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Inventory the bucket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" name="Google Shape;610;p105"/>
          <p:cNvSpPr txBox="1"/>
          <p:nvPr/>
        </p:nvSpPr>
        <p:spPr>
          <a:xfrm>
            <a:off x="1078992" y="5074920"/>
            <a:ext cx="3108900" cy="118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2E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DCE2EA"/>
                </a:solidFill>
                <a:latin typeface="Arial"/>
                <a:ea typeface="Arial"/>
                <a:cs typeface="Arial"/>
                <a:sym typeface="Arial"/>
              </a:rPr>
              <a:t>One read-only command sizes the whole estate: exact sample counts, duration, and storage forecast.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05"/>
          <p:cNvSpPr/>
          <p:nvPr/>
        </p:nvSpPr>
        <p:spPr>
          <a:xfrm>
            <a:off x="4389120" y="4663440"/>
            <a:ext cx="384000" cy="384000"/>
          </a:xfrm>
          <a:prstGeom prst="ellipse">
            <a:avLst/>
          </a:prstGeom>
          <a:solidFill>
            <a:srgbClr val="FEC51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2" name="Google Shape;612;p105"/>
          <p:cNvSpPr txBox="1"/>
          <p:nvPr/>
        </p:nvSpPr>
        <p:spPr>
          <a:xfrm>
            <a:off x="4389120" y="4663440"/>
            <a:ext cx="384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C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01C3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05"/>
          <p:cNvSpPr txBox="1"/>
          <p:nvPr/>
        </p:nvSpPr>
        <p:spPr>
          <a:xfrm>
            <a:off x="4919472" y="4645152"/>
            <a:ext cx="3108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Pilot one month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05"/>
          <p:cNvSpPr txBox="1"/>
          <p:nvPr/>
        </p:nvSpPr>
        <p:spPr>
          <a:xfrm>
            <a:off x="4919472" y="5074920"/>
            <a:ext cx="3108900" cy="118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2E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DCE2EA"/>
                </a:solidFill>
                <a:latin typeface="Arial"/>
                <a:ea typeface="Arial"/>
                <a:cs typeface="Arial"/>
                <a:sym typeface="Arial"/>
              </a:rPr>
              <a:t>Migrate the oldest month and run the parity gate against your Thanos — sign off on real data.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05"/>
          <p:cNvSpPr/>
          <p:nvPr/>
        </p:nvSpPr>
        <p:spPr>
          <a:xfrm>
            <a:off x="8229600" y="4663440"/>
            <a:ext cx="384000" cy="384000"/>
          </a:xfrm>
          <a:prstGeom prst="ellipse">
            <a:avLst/>
          </a:prstGeom>
          <a:solidFill>
            <a:srgbClr val="FEC51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5"/>
          <p:cNvSpPr txBox="1"/>
          <p:nvPr/>
        </p:nvSpPr>
        <p:spPr>
          <a:xfrm>
            <a:off x="8229600" y="4663440"/>
            <a:ext cx="3840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1C3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101C3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05"/>
          <p:cNvSpPr txBox="1"/>
          <p:nvPr/>
        </p:nvSpPr>
        <p:spPr>
          <a:xfrm>
            <a:off x="8759952" y="4645152"/>
            <a:ext cx="3108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Full run, then retire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05"/>
          <p:cNvSpPr txBox="1"/>
          <p:nvPr/>
        </p:nvSpPr>
        <p:spPr>
          <a:xfrm>
            <a:off x="8759952" y="5074920"/>
            <a:ext cx="3108900" cy="118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2EA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DCE2EA"/>
                </a:solidFill>
                <a:latin typeface="Arial"/>
                <a:ea typeface="Arial"/>
                <a:cs typeface="Arial"/>
                <a:sym typeface="Arial"/>
              </a:rPr>
              <a:t>Backfill the rest, flip Grafana, and switch the Thanos infrastructure off.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2025 Elastic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8EFCF"/>
      </a:accent1>
      <a:accent2>
        <a:srgbClr val="0B64DD"/>
      </a:accent2>
      <a:accent3>
        <a:srgbClr val="F04E98"/>
      </a:accent3>
      <a:accent4>
        <a:srgbClr val="FF957D"/>
      </a:accent4>
      <a:accent5>
        <a:srgbClr val="FEC514"/>
      </a:accent5>
      <a:accent6>
        <a:srgbClr val="153385"/>
      </a:accent6>
      <a:hlink>
        <a:srgbClr val="0B64DD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2025 Elastic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8EFCF"/>
      </a:accent1>
      <a:accent2>
        <a:srgbClr val="0B64DD"/>
      </a:accent2>
      <a:accent3>
        <a:srgbClr val="F04E98"/>
      </a:accent3>
      <a:accent4>
        <a:srgbClr val="FF957D"/>
      </a:accent4>
      <a:accent5>
        <a:srgbClr val="FEC514"/>
      </a:accent5>
      <a:accent6>
        <a:srgbClr val="153385"/>
      </a:accent6>
      <a:hlink>
        <a:srgbClr val="0B64DD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